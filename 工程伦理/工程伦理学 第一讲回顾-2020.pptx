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4" r:id="rId3"/>
    <p:sldId id="392" r:id="rId4"/>
    <p:sldId id="401" r:id="rId5"/>
    <p:sldId id="402" r:id="rId6"/>
    <p:sldId id="403" r:id="rId7"/>
    <p:sldId id="316" r:id="rId8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99"/>
    <a:srgbClr val="00FF00"/>
    <a:srgbClr val="FFFF00"/>
    <a:srgbClr val="333399"/>
    <a:srgbClr val="66FF33"/>
    <a:srgbClr val="FF3300"/>
    <a:srgbClr val="66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913"/>
    <p:restoredTop sz="94660"/>
  </p:normalViewPr>
  <p:slideViewPr>
    <p:cSldViewPr showGuides="1">
      <p:cViewPr>
        <p:scale>
          <a:sx n="75" d="100"/>
          <a:sy n="75" d="100"/>
        </p:scale>
        <p:origin x="-8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5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8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06FA1E-7AE8-436C-9EBF-016CD9796B0D}" type="doc">
      <dgm:prSet loTypeId="urn:microsoft.com/office/officeart/2005/8/layout/hierarchy2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2D66D96D-6C01-439A-A78D-B521CE728AB1}">
      <dgm:prSet phldrT="[文本]" custT="1"/>
      <dgm:spPr/>
      <dgm:t>
        <a:bodyPr/>
        <a:lstStyle/>
        <a:p>
          <a:r>
            <a:rPr lang="zh-CN" altLang="en-US" sz="2800" dirty="0" smtClean="0"/>
            <a:t>工程的过程</a:t>
          </a:r>
          <a:endParaRPr lang="zh-CN" altLang="en-US" sz="2800" dirty="0"/>
        </a:p>
      </dgm:t>
    </dgm:pt>
    <dgm:pt modelId="{7F1EB7FC-7FF0-443E-93E5-18812188000B}" cxnId="{330F06D7-64EA-46EC-9CC8-B3BFB346D1E8}" type="parTrans">
      <dgm:prSet/>
      <dgm:spPr/>
      <dgm:t>
        <a:bodyPr/>
        <a:lstStyle/>
        <a:p>
          <a:endParaRPr lang="zh-CN" altLang="en-US"/>
        </a:p>
      </dgm:t>
    </dgm:pt>
    <dgm:pt modelId="{D24AF81A-BB67-4627-8C8E-9D5DC0492057}" cxnId="{330F06D7-64EA-46EC-9CC8-B3BFB346D1E8}" type="sibTrans">
      <dgm:prSet/>
      <dgm:spPr/>
      <dgm:t>
        <a:bodyPr/>
        <a:lstStyle/>
        <a:p>
          <a:endParaRPr lang="zh-CN" altLang="en-US"/>
        </a:p>
      </dgm:t>
    </dgm:pt>
    <dgm:pt modelId="{D50A57D6-F110-4C24-BEE3-DBD0F76947F9}">
      <dgm:prSet phldrT="[文本]" custT="1"/>
      <dgm:spPr/>
      <dgm:t>
        <a:bodyPr/>
        <a:lstStyle/>
        <a:p>
          <a:r>
            <a:rPr lang="zh-CN" altLang="en-US" sz="4000" dirty="0" smtClean="0"/>
            <a:t>计划</a:t>
          </a:r>
          <a:endParaRPr lang="zh-CN" altLang="en-US" sz="4000" dirty="0"/>
        </a:p>
      </dgm:t>
    </dgm:pt>
    <dgm:pt modelId="{8A32DFFC-E9BA-40B8-A960-2DC751805F49}" cxnId="{153FB387-53E8-4F42-9C49-8A0E3CF6F50C}" type="parTrans">
      <dgm:prSet/>
      <dgm:spPr/>
      <dgm:t>
        <a:bodyPr/>
        <a:lstStyle/>
        <a:p>
          <a:endParaRPr lang="zh-CN" altLang="en-US"/>
        </a:p>
      </dgm:t>
    </dgm:pt>
    <dgm:pt modelId="{F607BFE2-1F8E-4AB7-B1E9-2E5D2AA6DD41}" cxnId="{153FB387-53E8-4F42-9C49-8A0E3CF6F50C}" type="sibTrans">
      <dgm:prSet/>
      <dgm:spPr/>
      <dgm:t>
        <a:bodyPr/>
        <a:lstStyle/>
        <a:p>
          <a:endParaRPr lang="zh-CN" altLang="en-US"/>
        </a:p>
      </dgm:t>
    </dgm:pt>
    <dgm:pt modelId="{7027806D-0A23-4D14-88AA-CE4752EE6912}">
      <dgm:prSet phldrT="[文本]" custT="1"/>
      <dgm:spPr/>
      <dgm:t>
        <a:bodyPr/>
        <a:lstStyle/>
        <a:p>
          <a:r>
            <a:rPr lang="zh-CN" altLang="en-US" sz="2000" dirty="0" smtClean="0"/>
            <a:t>设想的</a:t>
          </a:r>
          <a:endParaRPr lang="en-US" altLang="zh-CN" sz="2000" dirty="0" smtClean="0"/>
        </a:p>
        <a:p>
          <a:r>
            <a:rPr lang="zh-CN" altLang="en-US" sz="2000" dirty="0" smtClean="0"/>
            <a:t>提出和决策</a:t>
          </a:r>
          <a:endParaRPr lang="zh-CN" altLang="en-US" sz="2000" dirty="0"/>
        </a:p>
      </dgm:t>
    </dgm:pt>
    <dgm:pt modelId="{888A0EE7-4B2D-408B-9CA6-43D12C9AE1F2}" cxnId="{992E22DF-4986-4CA6-A0C4-5B02065845BB}" type="parTrans">
      <dgm:prSet/>
      <dgm:spPr/>
      <dgm:t>
        <a:bodyPr/>
        <a:lstStyle/>
        <a:p>
          <a:endParaRPr lang="zh-CN" altLang="en-US"/>
        </a:p>
      </dgm:t>
    </dgm:pt>
    <dgm:pt modelId="{3ADA11C6-4541-4481-B43A-B50032392254}" cxnId="{992E22DF-4986-4CA6-A0C4-5B02065845BB}" type="sibTrans">
      <dgm:prSet/>
      <dgm:spPr/>
      <dgm:t>
        <a:bodyPr/>
        <a:lstStyle/>
        <a:p>
          <a:endParaRPr lang="zh-CN" altLang="en-US"/>
        </a:p>
      </dgm:t>
    </dgm:pt>
    <dgm:pt modelId="{318F6580-55EC-463C-AE27-2F6E80BBE4F2}">
      <dgm:prSet phldrT="[文本]" custT="1"/>
      <dgm:spPr/>
      <dgm:t>
        <a:bodyPr/>
        <a:lstStyle/>
        <a:p>
          <a:r>
            <a:rPr lang="zh-CN" altLang="en-US" sz="4000" dirty="0" smtClean="0"/>
            <a:t>设计</a:t>
          </a:r>
          <a:endParaRPr lang="zh-CN" altLang="en-US" sz="4000" dirty="0"/>
        </a:p>
      </dgm:t>
    </dgm:pt>
    <dgm:pt modelId="{A219A846-3D9B-4BD7-A587-731656E9F8D9}" cxnId="{81B90281-C51E-4F46-B64A-4B4D78014573}" type="parTrans">
      <dgm:prSet/>
      <dgm:spPr/>
      <dgm:t>
        <a:bodyPr/>
        <a:lstStyle/>
        <a:p>
          <a:endParaRPr lang="zh-CN" altLang="en-US"/>
        </a:p>
      </dgm:t>
    </dgm:pt>
    <dgm:pt modelId="{D9DE9FC0-06F6-4E65-A424-7AA8DB2AB854}" cxnId="{81B90281-C51E-4F46-B64A-4B4D78014573}" type="sibTrans">
      <dgm:prSet/>
      <dgm:spPr/>
      <dgm:t>
        <a:bodyPr/>
        <a:lstStyle/>
        <a:p>
          <a:endParaRPr lang="zh-CN" altLang="en-US"/>
        </a:p>
      </dgm:t>
    </dgm:pt>
    <dgm:pt modelId="{693D64F9-68E0-478A-893D-723DAA5E8A55}">
      <dgm:prSet phldrT="[文本]" custT="1"/>
      <dgm:spPr/>
      <dgm:t>
        <a:bodyPr/>
        <a:lstStyle/>
        <a:p>
          <a:r>
            <a:rPr lang="zh-CN" altLang="en-US" sz="2000" dirty="0" smtClean="0"/>
            <a:t>思路  理念 </a:t>
          </a:r>
          <a:endParaRPr lang="en-US" altLang="zh-CN" sz="2000" dirty="0" smtClean="0"/>
        </a:p>
        <a:p>
          <a:r>
            <a:rPr lang="zh-CN" altLang="en-US" sz="2000" dirty="0" smtClean="0"/>
            <a:t> 施工方案</a:t>
          </a:r>
          <a:endParaRPr lang="zh-CN" altLang="en-US" sz="2000" dirty="0"/>
        </a:p>
      </dgm:t>
    </dgm:pt>
    <dgm:pt modelId="{142C3DD4-0652-42F6-B8D9-E099025E772F}" cxnId="{8D65E8B4-5DD2-45C9-BC5F-627566852E58}" type="parTrans">
      <dgm:prSet/>
      <dgm:spPr/>
      <dgm:t>
        <a:bodyPr/>
        <a:lstStyle/>
        <a:p>
          <a:endParaRPr lang="zh-CN" altLang="en-US"/>
        </a:p>
      </dgm:t>
    </dgm:pt>
    <dgm:pt modelId="{9BB5E173-AF0A-44E4-840D-997F1ED3186B}" cxnId="{8D65E8B4-5DD2-45C9-BC5F-627566852E58}" type="sibTrans">
      <dgm:prSet/>
      <dgm:spPr/>
      <dgm:t>
        <a:bodyPr/>
        <a:lstStyle/>
        <a:p>
          <a:endParaRPr lang="zh-CN" altLang="en-US"/>
        </a:p>
      </dgm:t>
    </dgm:pt>
    <dgm:pt modelId="{5A7A0805-BD68-4E93-BB2E-E41A0BF9CE0E}">
      <dgm:prSet custT="1"/>
      <dgm:spPr/>
      <dgm:t>
        <a:bodyPr/>
        <a:lstStyle/>
        <a:p>
          <a:r>
            <a:rPr lang="zh-CN" altLang="en-US" sz="4000" dirty="0" smtClean="0"/>
            <a:t>建造</a:t>
          </a:r>
          <a:endParaRPr lang="zh-CN" altLang="en-US" sz="4000" dirty="0"/>
        </a:p>
      </dgm:t>
    </dgm:pt>
    <dgm:pt modelId="{75C14472-4A51-46D6-B406-54EA98C47867}" cxnId="{14E3784C-9C06-4F1D-AA4F-C12BCCCBA2E6}" type="parTrans">
      <dgm:prSet/>
      <dgm:spPr/>
      <dgm:t>
        <a:bodyPr/>
        <a:lstStyle/>
        <a:p>
          <a:endParaRPr lang="zh-CN" altLang="en-US"/>
        </a:p>
      </dgm:t>
    </dgm:pt>
    <dgm:pt modelId="{B6067404-0414-4D71-A2AB-6A713946982C}" cxnId="{14E3784C-9C06-4F1D-AA4F-C12BCCCBA2E6}" type="sibTrans">
      <dgm:prSet/>
      <dgm:spPr/>
      <dgm:t>
        <a:bodyPr/>
        <a:lstStyle/>
        <a:p>
          <a:endParaRPr lang="zh-CN" altLang="en-US"/>
        </a:p>
      </dgm:t>
    </dgm:pt>
    <dgm:pt modelId="{5865A54B-649B-4441-9E20-74CCFEAD90EB}">
      <dgm:prSet custT="1"/>
      <dgm:spPr/>
      <dgm:t>
        <a:bodyPr/>
        <a:lstStyle/>
        <a:p>
          <a:r>
            <a:rPr lang="zh-CN" altLang="en-US" sz="2000" dirty="0" smtClean="0"/>
            <a:t>实施  安装</a:t>
          </a:r>
          <a:endParaRPr lang="en-US" altLang="zh-CN" sz="2000" dirty="0" smtClean="0"/>
        </a:p>
        <a:p>
          <a:r>
            <a:rPr lang="zh-CN" altLang="en-US" sz="2000" dirty="0" smtClean="0"/>
            <a:t>试车  验收</a:t>
          </a:r>
          <a:endParaRPr lang="zh-CN" altLang="en-US" sz="2000" dirty="0"/>
        </a:p>
      </dgm:t>
    </dgm:pt>
    <dgm:pt modelId="{F281620E-39CB-4170-8F6C-E497C8A82CEA}" cxnId="{F7128A8B-D35A-4E47-8E73-FBC52A57EDFD}" type="parTrans">
      <dgm:prSet/>
      <dgm:spPr/>
      <dgm:t>
        <a:bodyPr/>
        <a:lstStyle/>
        <a:p>
          <a:endParaRPr lang="zh-CN" altLang="en-US"/>
        </a:p>
      </dgm:t>
    </dgm:pt>
    <dgm:pt modelId="{3BE8D7ED-B5C0-4F3A-8C8C-464FBF327089}" cxnId="{F7128A8B-D35A-4E47-8E73-FBC52A57EDFD}" type="sibTrans">
      <dgm:prSet/>
      <dgm:spPr/>
      <dgm:t>
        <a:bodyPr/>
        <a:lstStyle/>
        <a:p>
          <a:endParaRPr lang="zh-CN" altLang="en-US"/>
        </a:p>
      </dgm:t>
    </dgm:pt>
    <dgm:pt modelId="{D6873974-B7AB-431C-A3B4-5BD192EAC1C5}">
      <dgm:prSet custT="1"/>
      <dgm:spPr/>
      <dgm:t>
        <a:bodyPr/>
        <a:lstStyle/>
        <a:p>
          <a:r>
            <a:rPr lang="zh-CN" altLang="en-US" sz="4000" dirty="0" smtClean="0"/>
            <a:t>使用</a:t>
          </a:r>
          <a:endParaRPr lang="zh-CN" altLang="en-US" sz="4000" dirty="0"/>
        </a:p>
      </dgm:t>
    </dgm:pt>
    <dgm:pt modelId="{A68BA081-3783-48FC-AAE8-E0530667380B}" cxnId="{5BFD9EDE-1CEE-4FD2-B61C-CFAF9034FFF4}" type="parTrans">
      <dgm:prSet/>
      <dgm:spPr/>
      <dgm:t>
        <a:bodyPr/>
        <a:lstStyle/>
        <a:p>
          <a:endParaRPr lang="zh-CN" altLang="en-US"/>
        </a:p>
      </dgm:t>
    </dgm:pt>
    <dgm:pt modelId="{BE0556C4-2C74-43C9-83DD-6DA66C7668AB}" cxnId="{5BFD9EDE-1CEE-4FD2-B61C-CFAF9034FFF4}" type="sibTrans">
      <dgm:prSet/>
      <dgm:spPr/>
      <dgm:t>
        <a:bodyPr/>
        <a:lstStyle/>
        <a:p>
          <a:endParaRPr lang="zh-CN" altLang="en-US"/>
        </a:p>
      </dgm:t>
    </dgm:pt>
    <dgm:pt modelId="{EFFF08E7-6ECB-4832-BE33-56908EA650DA}">
      <dgm:prSet custT="1"/>
      <dgm:spPr/>
      <dgm:t>
        <a:bodyPr/>
        <a:lstStyle/>
        <a:p>
          <a:r>
            <a:rPr lang="zh-CN" altLang="en-US" sz="4000" dirty="0" smtClean="0"/>
            <a:t>结束</a:t>
          </a:r>
          <a:endParaRPr lang="zh-CN" altLang="en-US" sz="4000" dirty="0"/>
        </a:p>
      </dgm:t>
    </dgm:pt>
    <dgm:pt modelId="{C46ACE45-DB77-4E8E-88DF-8849E092CB7B}" cxnId="{DC574B62-BC6B-47A0-95D8-874D8D2F2544}" type="parTrans">
      <dgm:prSet/>
      <dgm:spPr/>
      <dgm:t>
        <a:bodyPr/>
        <a:lstStyle/>
        <a:p>
          <a:endParaRPr lang="zh-CN" altLang="en-US"/>
        </a:p>
      </dgm:t>
    </dgm:pt>
    <dgm:pt modelId="{45B96A34-40B2-4566-A43A-91D0D18F03F5}" cxnId="{DC574B62-BC6B-47A0-95D8-874D8D2F2544}" type="sibTrans">
      <dgm:prSet/>
      <dgm:spPr/>
      <dgm:t>
        <a:bodyPr/>
        <a:lstStyle/>
        <a:p>
          <a:endParaRPr lang="zh-CN" altLang="en-US"/>
        </a:p>
      </dgm:t>
    </dgm:pt>
    <dgm:pt modelId="{5D40DBBE-E6D8-42EA-A8BD-A91EDEDF98F6}">
      <dgm:prSet custT="1"/>
      <dgm:spPr/>
      <dgm:t>
        <a:bodyPr/>
        <a:lstStyle/>
        <a:p>
          <a:r>
            <a:rPr lang="zh-CN" altLang="en-US" sz="2000" dirty="0" smtClean="0"/>
            <a:t>实现经济效益</a:t>
          </a:r>
          <a:endParaRPr lang="en-US" altLang="zh-CN" sz="2000" dirty="0" smtClean="0"/>
        </a:p>
        <a:p>
          <a:r>
            <a:rPr lang="zh-CN" altLang="en-US" sz="2000" dirty="0" smtClean="0"/>
            <a:t>社会效益</a:t>
          </a:r>
          <a:endParaRPr lang="zh-CN" altLang="en-US" sz="2000" dirty="0"/>
        </a:p>
      </dgm:t>
    </dgm:pt>
    <dgm:pt modelId="{9D05DFFB-72AC-402F-B8D9-CCD28CF65D98}" cxnId="{BE41D4F3-9E44-4DC1-8E49-0B9E93B8A358}" type="parTrans">
      <dgm:prSet/>
      <dgm:spPr/>
      <dgm:t>
        <a:bodyPr/>
        <a:lstStyle/>
        <a:p>
          <a:endParaRPr lang="zh-CN" altLang="en-US"/>
        </a:p>
      </dgm:t>
    </dgm:pt>
    <dgm:pt modelId="{2612C545-DF7B-4F38-8085-D2F5F517CDBD}" cxnId="{BE41D4F3-9E44-4DC1-8E49-0B9E93B8A358}" type="sibTrans">
      <dgm:prSet/>
      <dgm:spPr/>
      <dgm:t>
        <a:bodyPr/>
        <a:lstStyle/>
        <a:p>
          <a:endParaRPr lang="zh-CN" altLang="en-US"/>
        </a:p>
      </dgm:t>
    </dgm:pt>
    <dgm:pt modelId="{628E024B-1687-44FD-97DE-7C16B10977C9}">
      <dgm:prSet custT="1"/>
      <dgm:spPr/>
      <dgm:t>
        <a:bodyPr/>
        <a:lstStyle/>
        <a:p>
          <a:r>
            <a:rPr lang="zh-CN" altLang="en-US" sz="2800" dirty="0" smtClean="0"/>
            <a:t>报废处理</a:t>
          </a:r>
          <a:endParaRPr lang="zh-CN" altLang="en-US" sz="2800" dirty="0"/>
        </a:p>
      </dgm:t>
    </dgm:pt>
    <dgm:pt modelId="{0A85F6AE-DB4D-4BED-8175-78B93AF68727}" cxnId="{CD9A7B29-4627-429D-AB3C-4BE82E27530F}" type="parTrans">
      <dgm:prSet/>
      <dgm:spPr/>
      <dgm:t>
        <a:bodyPr/>
        <a:lstStyle/>
        <a:p>
          <a:endParaRPr lang="zh-CN" altLang="en-US"/>
        </a:p>
      </dgm:t>
    </dgm:pt>
    <dgm:pt modelId="{DF7618B9-244A-4AEB-8E0B-2C7331C80623}" cxnId="{CD9A7B29-4627-429D-AB3C-4BE82E27530F}" type="sibTrans">
      <dgm:prSet/>
      <dgm:spPr/>
      <dgm:t>
        <a:bodyPr/>
        <a:lstStyle/>
        <a:p>
          <a:endParaRPr lang="zh-CN" altLang="en-US"/>
        </a:p>
      </dgm:t>
    </dgm:pt>
    <dgm:pt modelId="{D605FD48-AE88-44F8-A021-D4BAC0875B36}" type="pres">
      <dgm:prSet presAssocID="{8006FA1E-7AE8-436C-9EBF-016CD9796B0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26AF357-C544-4801-8DA1-4413224D8AC2}" type="pres">
      <dgm:prSet presAssocID="{2D66D96D-6C01-439A-A78D-B521CE728AB1}" presName="root1" presStyleCnt="0"/>
      <dgm:spPr/>
    </dgm:pt>
    <dgm:pt modelId="{DCA89ECC-FA09-42A5-821F-390768D04CFA}" type="pres">
      <dgm:prSet presAssocID="{2D66D96D-6C01-439A-A78D-B521CE728AB1}" presName="LevelOneTextNode" presStyleLbl="node0" presStyleIdx="0" presStyleCnt="1" custScaleX="130318" custScaleY="16320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38CBEA7-3F9A-4796-A463-27D71B280698}" type="pres">
      <dgm:prSet presAssocID="{2D66D96D-6C01-439A-A78D-B521CE728AB1}" presName="level2hierChild" presStyleCnt="0"/>
      <dgm:spPr/>
    </dgm:pt>
    <dgm:pt modelId="{455A55BD-F0B0-4C1A-A5A5-5E465AE332B7}" type="pres">
      <dgm:prSet presAssocID="{8A32DFFC-E9BA-40B8-A960-2DC751805F49}" presName="conn2-1" presStyleLbl="parChTrans1D2" presStyleIdx="0" presStyleCnt="5"/>
      <dgm:spPr/>
      <dgm:t>
        <a:bodyPr/>
        <a:lstStyle/>
        <a:p>
          <a:endParaRPr lang="zh-CN" altLang="en-US"/>
        </a:p>
      </dgm:t>
    </dgm:pt>
    <dgm:pt modelId="{A507E7AC-6109-427C-AC21-0668E9A30518}" type="pres">
      <dgm:prSet presAssocID="{8A32DFFC-E9BA-40B8-A960-2DC751805F49}" presName="connTx" presStyleLbl="parChTrans1D2" presStyleIdx="0" presStyleCnt="5"/>
      <dgm:spPr/>
      <dgm:t>
        <a:bodyPr/>
        <a:lstStyle/>
        <a:p>
          <a:endParaRPr lang="zh-CN" altLang="en-US"/>
        </a:p>
      </dgm:t>
    </dgm:pt>
    <dgm:pt modelId="{D7765FED-A3BA-490B-BBFD-6910681A541E}" type="pres">
      <dgm:prSet presAssocID="{D50A57D6-F110-4C24-BEE3-DBD0F76947F9}" presName="root2" presStyleCnt="0"/>
      <dgm:spPr/>
    </dgm:pt>
    <dgm:pt modelId="{08D43090-AC91-4890-BDFF-C61E77458B87}" type="pres">
      <dgm:prSet presAssocID="{D50A57D6-F110-4C24-BEE3-DBD0F76947F9}" presName="LevelTwoTextNode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5BD44CE-78BE-4642-BBF3-0DD2D260CDB8}" type="pres">
      <dgm:prSet presAssocID="{D50A57D6-F110-4C24-BEE3-DBD0F76947F9}" presName="level3hierChild" presStyleCnt="0"/>
      <dgm:spPr/>
    </dgm:pt>
    <dgm:pt modelId="{610D752D-2638-4D69-B900-90D8A7185892}" type="pres">
      <dgm:prSet presAssocID="{888A0EE7-4B2D-408B-9CA6-43D12C9AE1F2}" presName="conn2-1" presStyleLbl="parChTrans1D3" presStyleIdx="0" presStyleCnt="5"/>
      <dgm:spPr/>
      <dgm:t>
        <a:bodyPr/>
        <a:lstStyle/>
        <a:p>
          <a:endParaRPr lang="zh-CN" altLang="en-US"/>
        </a:p>
      </dgm:t>
    </dgm:pt>
    <dgm:pt modelId="{667A7926-BA99-48CF-9769-115AD76ED1CC}" type="pres">
      <dgm:prSet presAssocID="{888A0EE7-4B2D-408B-9CA6-43D12C9AE1F2}" presName="connTx" presStyleLbl="parChTrans1D3" presStyleIdx="0" presStyleCnt="5"/>
      <dgm:spPr/>
      <dgm:t>
        <a:bodyPr/>
        <a:lstStyle/>
        <a:p>
          <a:endParaRPr lang="zh-CN" altLang="en-US"/>
        </a:p>
      </dgm:t>
    </dgm:pt>
    <dgm:pt modelId="{B0A2C17A-9D2A-41EB-A421-AE7F494A1EE6}" type="pres">
      <dgm:prSet presAssocID="{7027806D-0A23-4D14-88AA-CE4752EE6912}" presName="root2" presStyleCnt="0"/>
      <dgm:spPr/>
    </dgm:pt>
    <dgm:pt modelId="{814A8EAB-F625-4C2C-BD67-557F46DCE487}" type="pres">
      <dgm:prSet presAssocID="{7027806D-0A23-4D14-88AA-CE4752EE6912}" presName="LevelTwoTextNode" presStyleLbl="node3" presStyleIdx="0" presStyleCnt="5" custScaleX="15676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5C529E8-CDB5-4176-A533-FF4D8CB3123C}" type="pres">
      <dgm:prSet presAssocID="{7027806D-0A23-4D14-88AA-CE4752EE6912}" presName="level3hierChild" presStyleCnt="0"/>
      <dgm:spPr/>
    </dgm:pt>
    <dgm:pt modelId="{EB7E83ED-C578-4190-9FAC-6035E415FAD4}" type="pres">
      <dgm:prSet presAssocID="{A219A846-3D9B-4BD7-A587-731656E9F8D9}" presName="conn2-1" presStyleLbl="parChTrans1D2" presStyleIdx="1" presStyleCnt="5"/>
      <dgm:spPr/>
      <dgm:t>
        <a:bodyPr/>
        <a:lstStyle/>
        <a:p>
          <a:endParaRPr lang="zh-CN" altLang="en-US"/>
        </a:p>
      </dgm:t>
    </dgm:pt>
    <dgm:pt modelId="{51F3606F-0288-42DA-8520-B5F8431C403E}" type="pres">
      <dgm:prSet presAssocID="{A219A846-3D9B-4BD7-A587-731656E9F8D9}" presName="connTx" presStyleLbl="parChTrans1D2" presStyleIdx="1" presStyleCnt="5"/>
      <dgm:spPr/>
      <dgm:t>
        <a:bodyPr/>
        <a:lstStyle/>
        <a:p>
          <a:endParaRPr lang="zh-CN" altLang="en-US"/>
        </a:p>
      </dgm:t>
    </dgm:pt>
    <dgm:pt modelId="{2B5221A8-000C-4398-9905-6644D109BE82}" type="pres">
      <dgm:prSet presAssocID="{318F6580-55EC-463C-AE27-2F6E80BBE4F2}" presName="root2" presStyleCnt="0"/>
      <dgm:spPr/>
    </dgm:pt>
    <dgm:pt modelId="{A77F93AD-DAE0-4221-9648-4A46C5B692F7}" type="pres">
      <dgm:prSet presAssocID="{318F6580-55EC-463C-AE27-2F6E80BBE4F2}" presName="LevelTwoTextNode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041756B-9A6F-4CC6-97D2-3E4CB8214D78}" type="pres">
      <dgm:prSet presAssocID="{318F6580-55EC-463C-AE27-2F6E80BBE4F2}" presName="level3hierChild" presStyleCnt="0"/>
      <dgm:spPr/>
    </dgm:pt>
    <dgm:pt modelId="{73389FE3-E341-44E0-B282-1661C96B2B2D}" type="pres">
      <dgm:prSet presAssocID="{142C3DD4-0652-42F6-B8D9-E099025E772F}" presName="conn2-1" presStyleLbl="parChTrans1D3" presStyleIdx="1" presStyleCnt="5"/>
      <dgm:spPr/>
      <dgm:t>
        <a:bodyPr/>
        <a:lstStyle/>
        <a:p>
          <a:endParaRPr lang="zh-CN" altLang="en-US"/>
        </a:p>
      </dgm:t>
    </dgm:pt>
    <dgm:pt modelId="{2830674B-D613-4488-B96A-B2825F32D74D}" type="pres">
      <dgm:prSet presAssocID="{142C3DD4-0652-42F6-B8D9-E099025E772F}" presName="connTx" presStyleLbl="parChTrans1D3" presStyleIdx="1" presStyleCnt="5"/>
      <dgm:spPr/>
      <dgm:t>
        <a:bodyPr/>
        <a:lstStyle/>
        <a:p>
          <a:endParaRPr lang="zh-CN" altLang="en-US"/>
        </a:p>
      </dgm:t>
    </dgm:pt>
    <dgm:pt modelId="{C653F671-96C9-4ECF-88BF-80F43EDEC417}" type="pres">
      <dgm:prSet presAssocID="{693D64F9-68E0-478A-893D-723DAA5E8A55}" presName="root2" presStyleCnt="0"/>
      <dgm:spPr/>
    </dgm:pt>
    <dgm:pt modelId="{017999BB-4B25-4642-9021-3312EFD36410}" type="pres">
      <dgm:prSet presAssocID="{693D64F9-68E0-478A-893D-723DAA5E8A55}" presName="LevelTwoTextNode" presStyleLbl="node3" presStyleIdx="1" presStyleCnt="5" custScaleX="15676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39D3643-FD34-4B9A-8DEE-1D61ECC16390}" type="pres">
      <dgm:prSet presAssocID="{693D64F9-68E0-478A-893D-723DAA5E8A55}" presName="level3hierChild" presStyleCnt="0"/>
      <dgm:spPr/>
    </dgm:pt>
    <dgm:pt modelId="{806628CA-25E8-4211-94C4-4B8AE3115559}" type="pres">
      <dgm:prSet presAssocID="{75C14472-4A51-46D6-B406-54EA98C47867}" presName="conn2-1" presStyleLbl="parChTrans1D2" presStyleIdx="2" presStyleCnt="5"/>
      <dgm:spPr/>
      <dgm:t>
        <a:bodyPr/>
        <a:lstStyle/>
        <a:p>
          <a:endParaRPr lang="zh-CN" altLang="en-US"/>
        </a:p>
      </dgm:t>
    </dgm:pt>
    <dgm:pt modelId="{D27178AB-AA67-4D37-A634-9A273BB3F03A}" type="pres">
      <dgm:prSet presAssocID="{75C14472-4A51-46D6-B406-54EA98C47867}" presName="connTx" presStyleLbl="parChTrans1D2" presStyleIdx="2" presStyleCnt="5"/>
      <dgm:spPr/>
      <dgm:t>
        <a:bodyPr/>
        <a:lstStyle/>
        <a:p>
          <a:endParaRPr lang="zh-CN" altLang="en-US"/>
        </a:p>
      </dgm:t>
    </dgm:pt>
    <dgm:pt modelId="{2056B6F8-4A89-4978-8E5F-812ED5F8C4CA}" type="pres">
      <dgm:prSet presAssocID="{5A7A0805-BD68-4E93-BB2E-E41A0BF9CE0E}" presName="root2" presStyleCnt="0"/>
      <dgm:spPr/>
    </dgm:pt>
    <dgm:pt modelId="{087D4B3B-8FF3-4CCC-AE9B-C1FA9CFD5AB6}" type="pres">
      <dgm:prSet presAssocID="{5A7A0805-BD68-4E93-BB2E-E41A0BF9CE0E}" presName="LevelTwoTextNode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A22A86B-D1B4-4C71-8864-335685BBBD0E}" type="pres">
      <dgm:prSet presAssocID="{5A7A0805-BD68-4E93-BB2E-E41A0BF9CE0E}" presName="level3hierChild" presStyleCnt="0"/>
      <dgm:spPr/>
    </dgm:pt>
    <dgm:pt modelId="{88A4058C-13BB-4E76-9055-A7564E0A8D60}" type="pres">
      <dgm:prSet presAssocID="{F281620E-39CB-4170-8F6C-E497C8A82CEA}" presName="conn2-1" presStyleLbl="parChTrans1D3" presStyleIdx="2" presStyleCnt="5"/>
      <dgm:spPr/>
      <dgm:t>
        <a:bodyPr/>
        <a:lstStyle/>
        <a:p>
          <a:endParaRPr lang="zh-CN" altLang="en-US"/>
        </a:p>
      </dgm:t>
    </dgm:pt>
    <dgm:pt modelId="{6678E61D-E99B-49E9-AFF8-A2ED0EDE39E8}" type="pres">
      <dgm:prSet presAssocID="{F281620E-39CB-4170-8F6C-E497C8A82CEA}" presName="connTx" presStyleLbl="parChTrans1D3" presStyleIdx="2" presStyleCnt="5"/>
      <dgm:spPr/>
      <dgm:t>
        <a:bodyPr/>
        <a:lstStyle/>
        <a:p>
          <a:endParaRPr lang="zh-CN" altLang="en-US"/>
        </a:p>
      </dgm:t>
    </dgm:pt>
    <dgm:pt modelId="{8A8A4F95-5C52-4E9E-ABA5-6DA34F09EF07}" type="pres">
      <dgm:prSet presAssocID="{5865A54B-649B-4441-9E20-74CCFEAD90EB}" presName="root2" presStyleCnt="0"/>
      <dgm:spPr/>
    </dgm:pt>
    <dgm:pt modelId="{5F5D64F8-7CF2-412E-AB51-231F63767CBE}" type="pres">
      <dgm:prSet presAssocID="{5865A54B-649B-4441-9E20-74CCFEAD90EB}" presName="LevelTwoTextNode" presStyleLbl="node3" presStyleIdx="2" presStyleCnt="5" custScaleX="15676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CE6C0DC-561C-401F-9049-2E5532171377}" type="pres">
      <dgm:prSet presAssocID="{5865A54B-649B-4441-9E20-74CCFEAD90EB}" presName="level3hierChild" presStyleCnt="0"/>
      <dgm:spPr/>
    </dgm:pt>
    <dgm:pt modelId="{4129D0F1-8DC0-4D6E-9FAD-51DC8A204B1D}" type="pres">
      <dgm:prSet presAssocID="{A68BA081-3783-48FC-AAE8-E0530667380B}" presName="conn2-1" presStyleLbl="parChTrans1D2" presStyleIdx="3" presStyleCnt="5"/>
      <dgm:spPr/>
      <dgm:t>
        <a:bodyPr/>
        <a:lstStyle/>
        <a:p>
          <a:endParaRPr lang="zh-CN" altLang="en-US"/>
        </a:p>
      </dgm:t>
    </dgm:pt>
    <dgm:pt modelId="{C4C0048F-3102-4ADD-84F4-4BFF9A3E814A}" type="pres">
      <dgm:prSet presAssocID="{A68BA081-3783-48FC-AAE8-E0530667380B}" presName="connTx" presStyleLbl="parChTrans1D2" presStyleIdx="3" presStyleCnt="5"/>
      <dgm:spPr/>
      <dgm:t>
        <a:bodyPr/>
        <a:lstStyle/>
        <a:p>
          <a:endParaRPr lang="zh-CN" altLang="en-US"/>
        </a:p>
      </dgm:t>
    </dgm:pt>
    <dgm:pt modelId="{5662B8BC-E406-4846-9C96-88C0FC3D0491}" type="pres">
      <dgm:prSet presAssocID="{D6873974-B7AB-431C-A3B4-5BD192EAC1C5}" presName="root2" presStyleCnt="0"/>
      <dgm:spPr/>
    </dgm:pt>
    <dgm:pt modelId="{FFCCF6FC-DAF2-406B-91C5-A6324296551D}" type="pres">
      <dgm:prSet presAssocID="{D6873974-B7AB-431C-A3B4-5BD192EAC1C5}" presName="LevelTwoTextNode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92D3278-5A97-4222-A6F9-69403C7E7321}" type="pres">
      <dgm:prSet presAssocID="{D6873974-B7AB-431C-A3B4-5BD192EAC1C5}" presName="level3hierChild" presStyleCnt="0"/>
      <dgm:spPr/>
    </dgm:pt>
    <dgm:pt modelId="{68BE2C43-ED2C-4556-A421-13AFCA4BE992}" type="pres">
      <dgm:prSet presAssocID="{9D05DFFB-72AC-402F-B8D9-CCD28CF65D98}" presName="conn2-1" presStyleLbl="parChTrans1D3" presStyleIdx="3" presStyleCnt="5"/>
      <dgm:spPr/>
      <dgm:t>
        <a:bodyPr/>
        <a:lstStyle/>
        <a:p>
          <a:endParaRPr lang="zh-CN" altLang="en-US"/>
        </a:p>
      </dgm:t>
    </dgm:pt>
    <dgm:pt modelId="{5500348A-C1B5-4A24-AEE9-58D42E6EB0A9}" type="pres">
      <dgm:prSet presAssocID="{9D05DFFB-72AC-402F-B8D9-CCD28CF65D98}" presName="connTx" presStyleLbl="parChTrans1D3" presStyleIdx="3" presStyleCnt="5"/>
      <dgm:spPr/>
      <dgm:t>
        <a:bodyPr/>
        <a:lstStyle/>
        <a:p>
          <a:endParaRPr lang="zh-CN" altLang="en-US"/>
        </a:p>
      </dgm:t>
    </dgm:pt>
    <dgm:pt modelId="{F7A75C40-744B-4263-A694-DADD4A160355}" type="pres">
      <dgm:prSet presAssocID="{5D40DBBE-E6D8-42EA-A8BD-A91EDEDF98F6}" presName="root2" presStyleCnt="0"/>
      <dgm:spPr/>
    </dgm:pt>
    <dgm:pt modelId="{19AB304C-BA08-4C4D-944A-DBD069774EF5}" type="pres">
      <dgm:prSet presAssocID="{5D40DBBE-E6D8-42EA-A8BD-A91EDEDF98F6}" presName="LevelTwoTextNode" presStyleLbl="node3" presStyleIdx="3" presStyleCnt="5" custScaleX="15542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5DD0D64-E3D0-4890-86C8-2F7B46BC49A6}" type="pres">
      <dgm:prSet presAssocID="{5D40DBBE-E6D8-42EA-A8BD-A91EDEDF98F6}" presName="level3hierChild" presStyleCnt="0"/>
      <dgm:spPr/>
    </dgm:pt>
    <dgm:pt modelId="{804538CC-83A6-4D55-9391-4E3D4BE7E8A5}" type="pres">
      <dgm:prSet presAssocID="{C46ACE45-DB77-4E8E-88DF-8849E092CB7B}" presName="conn2-1" presStyleLbl="parChTrans1D2" presStyleIdx="4" presStyleCnt="5"/>
      <dgm:spPr/>
      <dgm:t>
        <a:bodyPr/>
        <a:lstStyle/>
        <a:p>
          <a:endParaRPr lang="zh-CN" altLang="en-US"/>
        </a:p>
      </dgm:t>
    </dgm:pt>
    <dgm:pt modelId="{397CC507-F5B0-483E-9BEC-721975B07D01}" type="pres">
      <dgm:prSet presAssocID="{C46ACE45-DB77-4E8E-88DF-8849E092CB7B}" presName="connTx" presStyleLbl="parChTrans1D2" presStyleIdx="4" presStyleCnt="5"/>
      <dgm:spPr/>
      <dgm:t>
        <a:bodyPr/>
        <a:lstStyle/>
        <a:p>
          <a:endParaRPr lang="zh-CN" altLang="en-US"/>
        </a:p>
      </dgm:t>
    </dgm:pt>
    <dgm:pt modelId="{E96645CF-A82C-4E9D-9DFD-0ED989224EEA}" type="pres">
      <dgm:prSet presAssocID="{EFFF08E7-6ECB-4832-BE33-56908EA650DA}" presName="root2" presStyleCnt="0"/>
      <dgm:spPr/>
    </dgm:pt>
    <dgm:pt modelId="{A75521A3-45C3-4040-818D-2DF8E5F82ED2}" type="pres">
      <dgm:prSet presAssocID="{EFFF08E7-6ECB-4832-BE33-56908EA650DA}" presName="LevelTwoTextNode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A62E7B0-E4E6-47E1-A7E9-AAED7F99D1F0}" type="pres">
      <dgm:prSet presAssocID="{EFFF08E7-6ECB-4832-BE33-56908EA650DA}" presName="level3hierChild" presStyleCnt="0"/>
      <dgm:spPr/>
    </dgm:pt>
    <dgm:pt modelId="{4C6D0985-05C5-45C5-BCA4-DEFE1728A9E1}" type="pres">
      <dgm:prSet presAssocID="{0A85F6AE-DB4D-4BED-8175-78B93AF68727}" presName="conn2-1" presStyleLbl="parChTrans1D3" presStyleIdx="4" presStyleCnt="5"/>
      <dgm:spPr/>
      <dgm:t>
        <a:bodyPr/>
        <a:lstStyle/>
        <a:p>
          <a:endParaRPr lang="zh-CN" altLang="en-US"/>
        </a:p>
      </dgm:t>
    </dgm:pt>
    <dgm:pt modelId="{BB06CA34-3ED7-452A-ABD5-9906440171C1}" type="pres">
      <dgm:prSet presAssocID="{0A85F6AE-DB4D-4BED-8175-78B93AF68727}" presName="connTx" presStyleLbl="parChTrans1D3" presStyleIdx="4" presStyleCnt="5"/>
      <dgm:spPr/>
      <dgm:t>
        <a:bodyPr/>
        <a:lstStyle/>
        <a:p>
          <a:endParaRPr lang="zh-CN" altLang="en-US"/>
        </a:p>
      </dgm:t>
    </dgm:pt>
    <dgm:pt modelId="{7FC902CD-2DA7-412F-B86B-E74E4171135D}" type="pres">
      <dgm:prSet presAssocID="{628E024B-1687-44FD-97DE-7C16B10977C9}" presName="root2" presStyleCnt="0"/>
      <dgm:spPr/>
    </dgm:pt>
    <dgm:pt modelId="{D55FE822-0F18-4B4B-BFDC-7ED3A9C65A66}" type="pres">
      <dgm:prSet presAssocID="{628E024B-1687-44FD-97DE-7C16B10977C9}" presName="LevelTwoTextNode" presStyleLbl="node3" presStyleIdx="4" presStyleCnt="5" custScaleX="15676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47D6C23-D993-432D-BB52-88522CCA05C4}" type="pres">
      <dgm:prSet presAssocID="{628E024B-1687-44FD-97DE-7C16B10977C9}" presName="level3hierChild" presStyleCnt="0"/>
      <dgm:spPr/>
    </dgm:pt>
  </dgm:ptLst>
  <dgm:cxnLst>
    <dgm:cxn modelId="{992E22DF-4986-4CA6-A0C4-5B02065845BB}" srcId="{D50A57D6-F110-4C24-BEE3-DBD0F76947F9}" destId="{7027806D-0A23-4D14-88AA-CE4752EE6912}" srcOrd="0" destOrd="0" parTransId="{888A0EE7-4B2D-408B-9CA6-43D12C9AE1F2}" sibTransId="{3ADA11C6-4541-4481-B43A-B50032392254}"/>
    <dgm:cxn modelId="{610B82DA-10A5-4B94-88E1-9AF5816BDF46}" type="presOf" srcId="{C46ACE45-DB77-4E8E-88DF-8849E092CB7B}" destId="{804538CC-83A6-4D55-9391-4E3D4BE7E8A5}" srcOrd="0" destOrd="0" presId="urn:microsoft.com/office/officeart/2005/8/layout/hierarchy2"/>
    <dgm:cxn modelId="{2C137F2B-9791-4DFC-825E-4D2DF7D3BE85}" type="presOf" srcId="{318F6580-55EC-463C-AE27-2F6E80BBE4F2}" destId="{A77F93AD-DAE0-4221-9648-4A46C5B692F7}" srcOrd="0" destOrd="0" presId="urn:microsoft.com/office/officeart/2005/8/layout/hierarchy2"/>
    <dgm:cxn modelId="{F7128A8B-D35A-4E47-8E73-FBC52A57EDFD}" srcId="{5A7A0805-BD68-4E93-BB2E-E41A0BF9CE0E}" destId="{5865A54B-649B-4441-9E20-74CCFEAD90EB}" srcOrd="0" destOrd="0" parTransId="{F281620E-39CB-4170-8F6C-E497C8A82CEA}" sibTransId="{3BE8D7ED-B5C0-4F3A-8C8C-464FBF327089}"/>
    <dgm:cxn modelId="{C530FCB4-13F4-422E-9703-49C99B7030D3}" type="presOf" srcId="{75C14472-4A51-46D6-B406-54EA98C47867}" destId="{806628CA-25E8-4211-94C4-4B8AE3115559}" srcOrd="0" destOrd="0" presId="urn:microsoft.com/office/officeart/2005/8/layout/hierarchy2"/>
    <dgm:cxn modelId="{DCA64807-A03D-43C4-A75C-8AB07251C9EB}" type="presOf" srcId="{693D64F9-68E0-478A-893D-723DAA5E8A55}" destId="{017999BB-4B25-4642-9021-3312EFD36410}" srcOrd="0" destOrd="0" presId="urn:microsoft.com/office/officeart/2005/8/layout/hierarchy2"/>
    <dgm:cxn modelId="{A9EBB90B-D3DC-4798-BE07-0E6552D1EE51}" type="presOf" srcId="{5D40DBBE-E6D8-42EA-A8BD-A91EDEDF98F6}" destId="{19AB304C-BA08-4C4D-944A-DBD069774EF5}" srcOrd="0" destOrd="0" presId="urn:microsoft.com/office/officeart/2005/8/layout/hierarchy2"/>
    <dgm:cxn modelId="{FD58D2B5-B35C-4DDB-8B91-752AA3415290}" type="presOf" srcId="{7027806D-0A23-4D14-88AA-CE4752EE6912}" destId="{814A8EAB-F625-4C2C-BD67-557F46DCE487}" srcOrd="0" destOrd="0" presId="urn:microsoft.com/office/officeart/2005/8/layout/hierarchy2"/>
    <dgm:cxn modelId="{C1187E93-AB8D-43B3-8375-3A212ABD9918}" type="presOf" srcId="{EFFF08E7-6ECB-4832-BE33-56908EA650DA}" destId="{A75521A3-45C3-4040-818D-2DF8E5F82ED2}" srcOrd="0" destOrd="0" presId="urn:microsoft.com/office/officeart/2005/8/layout/hierarchy2"/>
    <dgm:cxn modelId="{5217412D-DE1F-4C62-B56A-3F0EC3DB9C20}" type="presOf" srcId="{142C3DD4-0652-42F6-B8D9-E099025E772F}" destId="{73389FE3-E341-44E0-B282-1661C96B2B2D}" srcOrd="0" destOrd="0" presId="urn:microsoft.com/office/officeart/2005/8/layout/hierarchy2"/>
    <dgm:cxn modelId="{6C57E4E5-4C00-4159-8223-2A2B18011B58}" type="presOf" srcId="{A68BA081-3783-48FC-AAE8-E0530667380B}" destId="{C4C0048F-3102-4ADD-84F4-4BFF9A3E814A}" srcOrd="1" destOrd="0" presId="urn:microsoft.com/office/officeart/2005/8/layout/hierarchy2"/>
    <dgm:cxn modelId="{C8B71940-6C00-4CA3-A1AF-5E0A30B27367}" type="presOf" srcId="{0A85F6AE-DB4D-4BED-8175-78B93AF68727}" destId="{4C6D0985-05C5-45C5-BCA4-DEFE1728A9E1}" srcOrd="0" destOrd="0" presId="urn:microsoft.com/office/officeart/2005/8/layout/hierarchy2"/>
    <dgm:cxn modelId="{EA2E8D87-6CF6-496A-9580-E35199DC5431}" type="presOf" srcId="{8A32DFFC-E9BA-40B8-A960-2DC751805F49}" destId="{A507E7AC-6109-427C-AC21-0668E9A30518}" srcOrd="1" destOrd="0" presId="urn:microsoft.com/office/officeart/2005/8/layout/hierarchy2"/>
    <dgm:cxn modelId="{A8635B11-BC6B-4F17-8B40-62D0FBF2E042}" type="presOf" srcId="{9D05DFFB-72AC-402F-B8D9-CCD28CF65D98}" destId="{5500348A-C1B5-4A24-AEE9-58D42E6EB0A9}" srcOrd="1" destOrd="0" presId="urn:microsoft.com/office/officeart/2005/8/layout/hierarchy2"/>
    <dgm:cxn modelId="{E951D9E6-1046-426F-B44E-C146C5EBC1C7}" type="presOf" srcId="{8006FA1E-7AE8-436C-9EBF-016CD9796B0D}" destId="{D605FD48-AE88-44F8-A021-D4BAC0875B36}" srcOrd="0" destOrd="0" presId="urn:microsoft.com/office/officeart/2005/8/layout/hierarchy2"/>
    <dgm:cxn modelId="{BF081F8E-4151-45DD-941D-C7541EE7B1F2}" type="presOf" srcId="{0A85F6AE-DB4D-4BED-8175-78B93AF68727}" destId="{BB06CA34-3ED7-452A-ABD5-9906440171C1}" srcOrd="1" destOrd="0" presId="urn:microsoft.com/office/officeart/2005/8/layout/hierarchy2"/>
    <dgm:cxn modelId="{EF2B1886-47E5-4CD6-927A-3305C9BC1B8F}" type="presOf" srcId="{A219A846-3D9B-4BD7-A587-731656E9F8D9}" destId="{EB7E83ED-C578-4190-9FAC-6035E415FAD4}" srcOrd="0" destOrd="0" presId="urn:microsoft.com/office/officeart/2005/8/layout/hierarchy2"/>
    <dgm:cxn modelId="{1181D4BE-9279-4034-81FB-EF7D79F245F1}" type="presOf" srcId="{5865A54B-649B-4441-9E20-74CCFEAD90EB}" destId="{5F5D64F8-7CF2-412E-AB51-231F63767CBE}" srcOrd="0" destOrd="0" presId="urn:microsoft.com/office/officeart/2005/8/layout/hierarchy2"/>
    <dgm:cxn modelId="{4328B46D-E0C2-43BD-B4BF-6DD5D7CEF9AB}" type="presOf" srcId="{F281620E-39CB-4170-8F6C-E497C8A82CEA}" destId="{6678E61D-E99B-49E9-AFF8-A2ED0EDE39E8}" srcOrd="1" destOrd="0" presId="urn:microsoft.com/office/officeart/2005/8/layout/hierarchy2"/>
    <dgm:cxn modelId="{CD9A7B29-4627-429D-AB3C-4BE82E27530F}" srcId="{EFFF08E7-6ECB-4832-BE33-56908EA650DA}" destId="{628E024B-1687-44FD-97DE-7C16B10977C9}" srcOrd="0" destOrd="0" parTransId="{0A85F6AE-DB4D-4BED-8175-78B93AF68727}" sibTransId="{DF7618B9-244A-4AEB-8E0B-2C7331C80623}"/>
    <dgm:cxn modelId="{5C040BA3-5FD1-487A-B17D-03F9A0DC4E49}" type="presOf" srcId="{9D05DFFB-72AC-402F-B8D9-CCD28CF65D98}" destId="{68BE2C43-ED2C-4556-A421-13AFCA4BE992}" srcOrd="0" destOrd="0" presId="urn:microsoft.com/office/officeart/2005/8/layout/hierarchy2"/>
    <dgm:cxn modelId="{36C5D783-68B3-4B14-906E-1E832F24CD0F}" type="presOf" srcId="{75C14472-4A51-46D6-B406-54EA98C47867}" destId="{D27178AB-AA67-4D37-A634-9A273BB3F03A}" srcOrd="1" destOrd="0" presId="urn:microsoft.com/office/officeart/2005/8/layout/hierarchy2"/>
    <dgm:cxn modelId="{1F940B15-41FF-4E44-A2F3-E73AD39BA9C2}" type="presOf" srcId="{F281620E-39CB-4170-8F6C-E497C8A82CEA}" destId="{88A4058C-13BB-4E76-9055-A7564E0A8D60}" srcOrd="0" destOrd="0" presId="urn:microsoft.com/office/officeart/2005/8/layout/hierarchy2"/>
    <dgm:cxn modelId="{40559D2A-2314-418C-A0A4-BF4AFFA4496D}" type="presOf" srcId="{5A7A0805-BD68-4E93-BB2E-E41A0BF9CE0E}" destId="{087D4B3B-8FF3-4CCC-AE9B-C1FA9CFD5AB6}" srcOrd="0" destOrd="0" presId="urn:microsoft.com/office/officeart/2005/8/layout/hierarchy2"/>
    <dgm:cxn modelId="{F3820802-3C00-46CC-BA96-CA82CE249972}" type="presOf" srcId="{A68BA081-3783-48FC-AAE8-E0530667380B}" destId="{4129D0F1-8DC0-4D6E-9FAD-51DC8A204B1D}" srcOrd="0" destOrd="0" presId="urn:microsoft.com/office/officeart/2005/8/layout/hierarchy2"/>
    <dgm:cxn modelId="{E1571B17-3CD1-4C89-9C32-A0F58330192B}" type="presOf" srcId="{D6873974-B7AB-431C-A3B4-5BD192EAC1C5}" destId="{FFCCF6FC-DAF2-406B-91C5-A6324296551D}" srcOrd="0" destOrd="0" presId="urn:microsoft.com/office/officeart/2005/8/layout/hierarchy2"/>
    <dgm:cxn modelId="{5BFD9EDE-1CEE-4FD2-B61C-CFAF9034FFF4}" srcId="{2D66D96D-6C01-439A-A78D-B521CE728AB1}" destId="{D6873974-B7AB-431C-A3B4-5BD192EAC1C5}" srcOrd="3" destOrd="0" parTransId="{A68BA081-3783-48FC-AAE8-E0530667380B}" sibTransId="{BE0556C4-2C74-43C9-83DD-6DA66C7668AB}"/>
    <dgm:cxn modelId="{69497AA6-8762-4A3C-A078-BD690F2C611A}" type="presOf" srcId="{A219A846-3D9B-4BD7-A587-731656E9F8D9}" destId="{51F3606F-0288-42DA-8520-B5F8431C403E}" srcOrd="1" destOrd="0" presId="urn:microsoft.com/office/officeart/2005/8/layout/hierarchy2"/>
    <dgm:cxn modelId="{3127E3C1-4B52-4CD9-BA83-0E7E168F5CB7}" type="presOf" srcId="{C46ACE45-DB77-4E8E-88DF-8849E092CB7B}" destId="{397CC507-F5B0-483E-9BEC-721975B07D01}" srcOrd="1" destOrd="0" presId="urn:microsoft.com/office/officeart/2005/8/layout/hierarchy2"/>
    <dgm:cxn modelId="{14E3784C-9C06-4F1D-AA4F-C12BCCCBA2E6}" srcId="{2D66D96D-6C01-439A-A78D-B521CE728AB1}" destId="{5A7A0805-BD68-4E93-BB2E-E41A0BF9CE0E}" srcOrd="2" destOrd="0" parTransId="{75C14472-4A51-46D6-B406-54EA98C47867}" sibTransId="{B6067404-0414-4D71-A2AB-6A713946982C}"/>
    <dgm:cxn modelId="{1276BB68-5468-49B1-8DFC-2F982F7DB985}" type="presOf" srcId="{888A0EE7-4B2D-408B-9CA6-43D12C9AE1F2}" destId="{667A7926-BA99-48CF-9769-115AD76ED1CC}" srcOrd="1" destOrd="0" presId="urn:microsoft.com/office/officeart/2005/8/layout/hierarchy2"/>
    <dgm:cxn modelId="{F8DF2C42-8DFF-4B13-A273-BA5481514C39}" type="presOf" srcId="{8A32DFFC-E9BA-40B8-A960-2DC751805F49}" destId="{455A55BD-F0B0-4C1A-A5A5-5E465AE332B7}" srcOrd="0" destOrd="0" presId="urn:microsoft.com/office/officeart/2005/8/layout/hierarchy2"/>
    <dgm:cxn modelId="{DC574B62-BC6B-47A0-95D8-874D8D2F2544}" srcId="{2D66D96D-6C01-439A-A78D-B521CE728AB1}" destId="{EFFF08E7-6ECB-4832-BE33-56908EA650DA}" srcOrd="4" destOrd="0" parTransId="{C46ACE45-DB77-4E8E-88DF-8849E092CB7B}" sibTransId="{45B96A34-40B2-4566-A43A-91D0D18F03F5}"/>
    <dgm:cxn modelId="{BE41D4F3-9E44-4DC1-8E49-0B9E93B8A358}" srcId="{D6873974-B7AB-431C-A3B4-5BD192EAC1C5}" destId="{5D40DBBE-E6D8-42EA-A8BD-A91EDEDF98F6}" srcOrd="0" destOrd="0" parTransId="{9D05DFFB-72AC-402F-B8D9-CCD28CF65D98}" sibTransId="{2612C545-DF7B-4F38-8085-D2F5F517CDBD}"/>
    <dgm:cxn modelId="{8D65E8B4-5DD2-45C9-BC5F-627566852E58}" srcId="{318F6580-55EC-463C-AE27-2F6E80BBE4F2}" destId="{693D64F9-68E0-478A-893D-723DAA5E8A55}" srcOrd="0" destOrd="0" parTransId="{142C3DD4-0652-42F6-B8D9-E099025E772F}" sibTransId="{9BB5E173-AF0A-44E4-840D-997F1ED3186B}"/>
    <dgm:cxn modelId="{DCEE9689-6FF0-41DF-946E-86DB04A7916E}" type="presOf" srcId="{628E024B-1687-44FD-97DE-7C16B10977C9}" destId="{D55FE822-0F18-4B4B-BFDC-7ED3A9C65A66}" srcOrd="0" destOrd="0" presId="urn:microsoft.com/office/officeart/2005/8/layout/hierarchy2"/>
    <dgm:cxn modelId="{4D355199-5851-438F-B060-57D727F2CAF8}" type="presOf" srcId="{142C3DD4-0652-42F6-B8D9-E099025E772F}" destId="{2830674B-D613-4488-B96A-B2825F32D74D}" srcOrd="1" destOrd="0" presId="urn:microsoft.com/office/officeart/2005/8/layout/hierarchy2"/>
    <dgm:cxn modelId="{B2E76F29-ECBA-45F0-A183-5D4065B8CE57}" type="presOf" srcId="{888A0EE7-4B2D-408B-9CA6-43D12C9AE1F2}" destId="{610D752D-2638-4D69-B900-90D8A7185892}" srcOrd="0" destOrd="0" presId="urn:microsoft.com/office/officeart/2005/8/layout/hierarchy2"/>
    <dgm:cxn modelId="{9D912691-4C97-47CB-9441-4686AC47C4C7}" type="presOf" srcId="{2D66D96D-6C01-439A-A78D-B521CE728AB1}" destId="{DCA89ECC-FA09-42A5-821F-390768D04CFA}" srcOrd="0" destOrd="0" presId="urn:microsoft.com/office/officeart/2005/8/layout/hierarchy2"/>
    <dgm:cxn modelId="{3707AED0-62A8-4203-8D43-E204C08DD965}" type="presOf" srcId="{D50A57D6-F110-4C24-BEE3-DBD0F76947F9}" destId="{08D43090-AC91-4890-BDFF-C61E77458B87}" srcOrd="0" destOrd="0" presId="urn:microsoft.com/office/officeart/2005/8/layout/hierarchy2"/>
    <dgm:cxn modelId="{81B90281-C51E-4F46-B64A-4B4D78014573}" srcId="{2D66D96D-6C01-439A-A78D-B521CE728AB1}" destId="{318F6580-55EC-463C-AE27-2F6E80BBE4F2}" srcOrd="1" destOrd="0" parTransId="{A219A846-3D9B-4BD7-A587-731656E9F8D9}" sibTransId="{D9DE9FC0-06F6-4E65-A424-7AA8DB2AB854}"/>
    <dgm:cxn modelId="{330F06D7-64EA-46EC-9CC8-B3BFB346D1E8}" srcId="{8006FA1E-7AE8-436C-9EBF-016CD9796B0D}" destId="{2D66D96D-6C01-439A-A78D-B521CE728AB1}" srcOrd="0" destOrd="0" parTransId="{7F1EB7FC-7FF0-443E-93E5-18812188000B}" sibTransId="{D24AF81A-BB67-4627-8C8E-9D5DC0492057}"/>
    <dgm:cxn modelId="{153FB387-53E8-4F42-9C49-8A0E3CF6F50C}" srcId="{2D66D96D-6C01-439A-A78D-B521CE728AB1}" destId="{D50A57D6-F110-4C24-BEE3-DBD0F76947F9}" srcOrd="0" destOrd="0" parTransId="{8A32DFFC-E9BA-40B8-A960-2DC751805F49}" sibTransId="{F607BFE2-1F8E-4AB7-B1E9-2E5D2AA6DD41}"/>
    <dgm:cxn modelId="{8B672644-53C4-4208-94CB-8BB5286C36E7}" type="presParOf" srcId="{D605FD48-AE88-44F8-A021-D4BAC0875B36}" destId="{526AF357-C544-4801-8DA1-4413224D8AC2}" srcOrd="0" destOrd="0" presId="urn:microsoft.com/office/officeart/2005/8/layout/hierarchy2"/>
    <dgm:cxn modelId="{E88B866A-9778-41EB-9193-3543B7125DEA}" type="presParOf" srcId="{526AF357-C544-4801-8DA1-4413224D8AC2}" destId="{DCA89ECC-FA09-42A5-821F-390768D04CFA}" srcOrd="0" destOrd="0" presId="urn:microsoft.com/office/officeart/2005/8/layout/hierarchy2"/>
    <dgm:cxn modelId="{1F250091-E329-42D0-9EBF-8EDC37A94ACC}" type="presParOf" srcId="{526AF357-C544-4801-8DA1-4413224D8AC2}" destId="{238CBEA7-3F9A-4796-A463-27D71B280698}" srcOrd="1" destOrd="0" presId="urn:microsoft.com/office/officeart/2005/8/layout/hierarchy2"/>
    <dgm:cxn modelId="{201923C0-CD46-4464-9780-643D519567D1}" type="presParOf" srcId="{238CBEA7-3F9A-4796-A463-27D71B280698}" destId="{455A55BD-F0B0-4C1A-A5A5-5E465AE332B7}" srcOrd="0" destOrd="0" presId="urn:microsoft.com/office/officeart/2005/8/layout/hierarchy2"/>
    <dgm:cxn modelId="{869781BC-0AF1-480E-87C1-F0BD3F6571C6}" type="presParOf" srcId="{455A55BD-F0B0-4C1A-A5A5-5E465AE332B7}" destId="{A507E7AC-6109-427C-AC21-0668E9A30518}" srcOrd="0" destOrd="0" presId="urn:microsoft.com/office/officeart/2005/8/layout/hierarchy2"/>
    <dgm:cxn modelId="{DE0352EE-3444-4D54-BEFD-BEF3BBC8431D}" type="presParOf" srcId="{238CBEA7-3F9A-4796-A463-27D71B280698}" destId="{D7765FED-A3BA-490B-BBFD-6910681A541E}" srcOrd="1" destOrd="0" presId="urn:microsoft.com/office/officeart/2005/8/layout/hierarchy2"/>
    <dgm:cxn modelId="{A3C09040-6187-4921-89C5-A0207662A716}" type="presParOf" srcId="{D7765FED-A3BA-490B-BBFD-6910681A541E}" destId="{08D43090-AC91-4890-BDFF-C61E77458B87}" srcOrd="0" destOrd="0" presId="urn:microsoft.com/office/officeart/2005/8/layout/hierarchy2"/>
    <dgm:cxn modelId="{82ED3613-A305-4587-A11D-FFBCF5AB4537}" type="presParOf" srcId="{D7765FED-A3BA-490B-BBFD-6910681A541E}" destId="{B5BD44CE-78BE-4642-BBF3-0DD2D260CDB8}" srcOrd="1" destOrd="0" presId="urn:microsoft.com/office/officeart/2005/8/layout/hierarchy2"/>
    <dgm:cxn modelId="{BFA103BC-DE82-4223-A704-368A793FA542}" type="presParOf" srcId="{B5BD44CE-78BE-4642-BBF3-0DD2D260CDB8}" destId="{610D752D-2638-4D69-B900-90D8A7185892}" srcOrd="0" destOrd="0" presId="urn:microsoft.com/office/officeart/2005/8/layout/hierarchy2"/>
    <dgm:cxn modelId="{8A89D6B0-8F35-44E3-8FDB-2A4814B23312}" type="presParOf" srcId="{610D752D-2638-4D69-B900-90D8A7185892}" destId="{667A7926-BA99-48CF-9769-115AD76ED1CC}" srcOrd="0" destOrd="0" presId="urn:microsoft.com/office/officeart/2005/8/layout/hierarchy2"/>
    <dgm:cxn modelId="{66EFED29-724C-4457-B4D4-8C220B2E97B5}" type="presParOf" srcId="{B5BD44CE-78BE-4642-BBF3-0DD2D260CDB8}" destId="{B0A2C17A-9D2A-41EB-A421-AE7F494A1EE6}" srcOrd="1" destOrd="0" presId="urn:microsoft.com/office/officeart/2005/8/layout/hierarchy2"/>
    <dgm:cxn modelId="{6D4A8610-377C-4B0D-BE7F-0E59E09FC954}" type="presParOf" srcId="{B0A2C17A-9D2A-41EB-A421-AE7F494A1EE6}" destId="{814A8EAB-F625-4C2C-BD67-557F46DCE487}" srcOrd="0" destOrd="0" presId="urn:microsoft.com/office/officeart/2005/8/layout/hierarchy2"/>
    <dgm:cxn modelId="{CF0F2B18-A607-4AF8-B6A9-24208AEF8E96}" type="presParOf" srcId="{B0A2C17A-9D2A-41EB-A421-AE7F494A1EE6}" destId="{75C529E8-CDB5-4176-A533-FF4D8CB3123C}" srcOrd="1" destOrd="0" presId="urn:microsoft.com/office/officeart/2005/8/layout/hierarchy2"/>
    <dgm:cxn modelId="{26A59C32-C36D-4C02-AA5F-3F8AA941CBD5}" type="presParOf" srcId="{238CBEA7-3F9A-4796-A463-27D71B280698}" destId="{EB7E83ED-C578-4190-9FAC-6035E415FAD4}" srcOrd="2" destOrd="0" presId="urn:microsoft.com/office/officeart/2005/8/layout/hierarchy2"/>
    <dgm:cxn modelId="{DB7FCE97-5CC2-45EC-A2ED-994AC9485E97}" type="presParOf" srcId="{EB7E83ED-C578-4190-9FAC-6035E415FAD4}" destId="{51F3606F-0288-42DA-8520-B5F8431C403E}" srcOrd="0" destOrd="0" presId="urn:microsoft.com/office/officeart/2005/8/layout/hierarchy2"/>
    <dgm:cxn modelId="{D07B2A6E-464C-47EE-A2FA-91B3A2C98FD5}" type="presParOf" srcId="{238CBEA7-3F9A-4796-A463-27D71B280698}" destId="{2B5221A8-000C-4398-9905-6644D109BE82}" srcOrd="3" destOrd="0" presId="urn:microsoft.com/office/officeart/2005/8/layout/hierarchy2"/>
    <dgm:cxn modelId="{DC7ACC5C-32D7-422B-9E70-49E7927C81B4}" type="presParOf" srcId="{2B5221A8-000C-4398-9905-6644D109BE82}" destId="{A77F93AD-DAE0-4221-9648-4A46C5B692F7}" srcOrd="0" destOrd="0" presId="urn:microsoft.com/office/officeart/2005/8/layout/hierarchy2"/>
    <dgm:cxn modelId="{B9AE4E6A-C721-4AF7-A520-7D9160DC4AC1}" type="presParOf" srcId="{2B5221A8-000C-4398-9905-6644D109BE82}" destId="{A041756B-9A6F-4CC6-97D2-3E4CB8214D78}" srcOrd="1" destOrd="0" presId="urn:microsoft.com/office/officeart/2005/8/layout/hierarchy2"/>
    <dgm:cxn modelId="{04C633A1-B358-4084-8A47-385F7683F6C1}" type="presParOf" srcId="{A041756B-9A6F-4CC6-97D2-3E4CB8214D78}" destId="{73389FE3-E341-44E0-B282-1661C96B2B2D}" srcOrd="0" destOrd="0" presId="urn:microsoft.com/office/officeart/2005/8/layout/hierarchy2"/>
    <dgm:cxn modelId="{28736C30-428D-4059-9B44-E5751BEE8CEA}" type="presParOf" srcId="{73389FE3-E341-44E0-B282-1661C96B2B2D}" destId="{2830674B-D613-4488-B96A-B2825F32D74D}" srcOrd="0" destOrd="0" presId="urn:microsoft.com/office/officeart/2005/8/layout/hierarchy2"/>
    <dgm:cxn modelId="{00440297-06C0-4AEA-BFC6-DE0A79B64A3E}" type="presParOf" srcId="{A041756B-9A6F-4CC6-97D2-3E4CB8214D78}" destId="{C653F671-96C9-4ECF-88BF-80F43EDEC417}" srcOrd="1" destOrd="0" presId="urn:microsoft.com/office/officeart/2005/8/layout/hierarchy2"/>
    <dgm:cxn modelId="{5183D496-C9AA-403E-ACE9-8AB93770DFCD}" type="presParOf" srcId="{C653F671-96C9-4ECF-88BF-80F43EDEC417}" destId="{017999BB-4B25-4642-9021-3312EFD36410}" srcOrd="0" destOrd="0" presId="urn:microsoft.com/office/officeart/2005/8/layout/hierarchy2"/>
    <dgm:cxn modelId="{8F7C81B4-117B-4CF9-97CE-4CBB737EEC18}" type="presParOf" srcId="{C653F671-96C9-4ECF-88BF-80F43EDEC417}" destId="{239D3643-FD34-4B9A-8DEE-1D61ECC16390}" srcOrd="1" destOrd="0" presId="urn:microsoft.com/office/officeart/2005/8/layout/hierarchy2"/>
    <dgm:cxn modelId="{5AFCA55C-7B8C-411A-821A-0D39750192EB}" type="presParOf" srcId="{238CBEA7-3F9A-4796-A463-27D71B280698}" destId="{806628CA-25E8-4211-94C4-4B8AE3115559}" srcOrd="4" destOrd="0" presId="urn:microsoft.com/office/officeart/2005/8/layout/hierarchy2"/>
    <dgm:cxn modelId="{22540316-5547-47FC-BB15-5BCE05AA0717}" type="presParOf" srcId="{806628CA-25E8-4211-94C4-4B8AE3115559}" destId="{D27178AB-AA67-4D37-A634-9A273BB3F03A}" srcOrd="0" destOrd="0" presId="urn:microsoft.com/office/officeart/2005/8/layout/hierarchy2"/>
    <dgm:cxn modelId="{6BF794E9-7DED-4717-A1CD-E48C8462BA21}" type="presParOf" srcId="{238CBEA7-3F9A-4796-A463-27D71B280698}" destId="{2056B6F8-4A89-4978-8E5F-812ED5F8C4CA}" srcOrd="5" destOrd="0" presId="urn:microsoft.com/office/officeart/2005/8/layout/hierarchy2"/>
    <dgm:cxn modelId="{56A8432B-C436-4678-A9B5-291E3447A078}" type="presParOf" srcId="{2056B6F8-4A89-4978-8E5F-812ED5F8C4CA}" destId="{087D4B3B-8FF3-4CCC-AE9B-C1FA9CFD5AB6}" srcOrd="0" destOrd="0" presId="urn:microsoft.com/office/officeart/2005/8/layout/hierarchy2"/>
    <dgm:cxn modelId="{30683F48-20F2-48C6-AFF4-FE8FCCBCF81E}" type="presParOf" srcId="{2056B6F8-4A89-4978-8E5F-812ED5F8C4CA}" destId="{CA22A86B-D1B4-4C71-8864-335685BBBD0E}" srcOrd="1" destOrd="0" presId="urn:microsoft.com/office/officeart/2005/8/layout/hierarchy2"/>
    <dgm:cxn modelId="{B0EBFD3A-DD23-4F4A-80B7-BA641F3DDD75}" type="presParOf" srcId="{CA22A86B-D1B4-4C71-8864-335685BBBD0E}" destId="{88A4058C-13BB-4E76-9055-A7564E0A8D60}" srcOrd="0" destOrd="0" presId="urn:microsoft.com/office/officeart/2005/8/layout/hierarchy2"/>
    <dgm:cxn modelId="{B20FC848-B555-46E9-8D91-51A081E03123}" type="presParOf" srcId="{88A4058C-13BB-4E76-9055-A7564E0A8D60}" destId="{6678E61D-E99B-49E9-AFF8-A2ED0EDE39E8}" srcOrd="0" destOrd="0" presId="urn:microsoft.com/office/officeart/2005/8/layout/hierarchy2"/>
    <dgm:cxn modelId="{EDF35A33-E763-4198-92C5-8384D0939885}" type="presParOf" srcId="{CA22A86B-D1B4-4C71-8864-335685BBBD0E}" destId="{8A8A4F95-5C52-4E9E-ABA5-6DA34F09EF07}" srcOrd="1" destOrd="0" presId="urn:microsoft.com/office/officeart/2005/8/layout/hierarchy2"/>
    <dgm:cxn modelId="{768A42BF-E4AC-471C-BC91-ED86F0635543}" type="presParOf" srcId="{8A8A4F95-5C52-4E9E-ABA5-6DA34F09EF07}" destId="{5F5D64F8-7CF2-412E-AB51-231F63767CBE}" srcOrd="0" destOrd="0" presId="urn:microsoft.com/office/officeart/2005/8/layout/hierarchy2"/>
    <dgm:cxn modelId="{8A311842-BCDD-404D-BADF-3D3CD4FAC235}" type="presParOf" srcId="{8A8A4F95-5C52-4E9E-ABA5-6DA34F09EF07}" destId="{9CE6C0DC-561C-401F-9049-2E5532171377}" srcOrd="1" destOrd="0" presId="urn:microsoft.com/office/officeart/2005/8/layout/hierarchy2"/>
    <dgm:cxn modelId="{69D387C7-8CAB-4AD3-843C-E29DD6285905}" type="presParOf" srcId="{238CBEA7-3F9A-4796-A463-27D71B280698}" destId="{4129D0F1-8DC0-4D6E-9FAD-51DC8A204B1D}" srcOrd="6" destOrd="0" presId="urn:microsoft.com/office/officeart/2005/8/layout/hierarchy2"/>
    <dgm:cxn modelId="{33F3AA7E-7761-4696-936F-3565C2D253C7}" type="presParOf" srcId="{4129D0F1-8DC0-4D6E-9FAD-51DC8A204B1D}" destId="{C4C0048F-3102-4ADD-84F4-4BFF9A3E814A}" srcOrd="0" destOrd="0" presId="urn:microsoft.com/office/officeart/2005/8/layout/hierarchy2"/>
    <dgm:cxn modelId="{BB00E8E3-9939-4681-B2C3-BF525BC59EBA}" type="presParOf" srcId="{238CBEA7-3F9A-4796-A463-27D71B280698}" destId="{5662B8BC-E406-4846-9C96-88C0FC3D0491}" srcOrd="7" destOrd="0" presId="urn:microsoft.com/office/officeart/2005/8/layout/hierarchy2"/>
    <dgm:cxn modelId="{71F918F1-AD9D-4B4C-98BF-3A8DBB536799}" type="presParOf" srcId="{5662B8BC-E406-4846-9C96-88C0FC3D0491}" destId="{FFCCF6FC-DAF2-406B-91C5-A6324296551D}" srcOrd="0" destOrd="0" presId="urn:microsoft.com/office/officeart/2005/8/layout/hierarchy2"/>
    <dgm:cxn modelId="{846B8A9D-160F-426A-81EA-AAA7047485FC}" type="presParOf" srcId="{5662B8BC-E406-4846-9C96-88C0FC3D0491}" destId="{592D3278-5A97-4222-A6F9-69403C7E7321}" srcOrd="1" destOrd="0" presId="urn:microsoft.com/office/officeart/2005/8/layout/hierarchy2"/>
    <dgm:cxn modelId="{2A6BAD86-79B9-4027-B331-3F451D3A873E}" type="presParOf" srcId="{592D3278-5A97-4222-A6F9-69403C7E7321}" destId="{68BE2C43-ED2C-4556-A421-13AFCA4BE992}" srcOrd="0" destOrd="0" presId="urn:microsoft.com/office/officeart/2005/8/layout/hierarchy2"/>
    <dgm:cxn modelId="{4DC0256B-77CB-4FA3-8E74-38911959BFEB}" type="presParOf" srcId="{68BE2C43-ED2C-4556-A421-13AFCA4BE992}" destId="{5500348A-C1B5-4A24-AEE9-58D42E6EB0A9}" srcOrd="0" destOrd="0" presId="urn:microsoft.com/office/officeart/2005/8/layout/hierarchy2"/>
    <dgm:cxn modelId="{2C58732E-6D98-4744-A0A1-62E5951D4DA2}" type="presParOf" srcId="{592D3278-5A97-4222-A6F9-69403C7E7321}" destId="{F7A75C40-744B-4263-A694-DADD4A160355}" srcOrd="1" destOrd="0" presId="urn:microsoft.com/office/officeart/2005/8/layout/hierarchy2"/>
    <dgm:cxn modelId="{2D1399E3-EAC6-4462-80A8-43D9FB4282F8}" type="presParOf" srcId="{F7A75C40-744B-4263-A694-DADD4A160355}" destId="{19AB304C-BA08-4C4D-944A-DBD069774EF5}" srcOrd="0" destOrd="0" presId="urn:microsoft.com/office/officeart/2005/8/layout/hierarchy2"/>
    <dgm:cxn modelId="{24EF8A7D-5661-4A84-9693-D380143EF27F}" type="presParOf" srcId="{F7A75C40-744B-4263-A694-DADD4A160355}" destId="{A5DD0D64-E3D0-4890-86C8-2F7B46BC49A6}" srcOrd="1" destOrd="0" presId="urn:microsoft.com/office/officeart/2005/8/layout/hierarchy2"/>
    <dgm:cxn modelId="{92C09C02-554D-41AF-9A0D-F24B9ED60CD7}" type="presParOf" srcId="{238CBEA7-3F9A-4796-A463-27D71B280698}" destId="{804538CC-83A6-4D55-9391-4E3D4BE7E8A5}" srcOrd="8" destOrd="0" presId="urn:microsoft.com/office/officeart/2005/8/layout/hierarchy2"/>
    <dgm:cxn modelId="{C0C01428-BBE6-41B0-BF11-D84F674203FD}" type="presParOf" srcId="{804538CC-83A6-4D55-9391-4E3D4BE7E8A5}" destId="{397CC507-F5B0-483E-9BEC-721975B07D01}" srcOrd="0" destOrd="0" presId="urn:microsoft.com/office/officeart/2005/8/layout/hierarchy2"/>
    <dgm:cxn modelId="{6A421579-6D73-4020-96B8-65F925E1D9C6}" type="presParOf" srcId="{238CBEA7-3F9A-4796-A463-27D71B280698}" destId="{E96645CF-A82C-4E9D-9DFD-0ED989224EEA}" srcOrd="9" destOrd="0" presId="urn:microsoft.com/office/officeart/2005/8/layout/hierarchy2"/>
    <dgm:cxn modelId="{026F5E73-738A-4A4B-B0A9-075720B30689}" type="presParOf" srcId="{E96645CF-A82C-4E9D-9DFD-0ED989224EEA}" destId="{A75521A3-45C3-4040-818D-2DF8E5F82ED2}" srcOrd="0" destOrd="0" presId="urn:microsoft.com/office/officeart/2005/8/layout/hierarchy2"/>
    <dgm:cxn modelId="{59788DF7-BDEF-46DD-99AC-EB594D5E7C45}" type="presParOf" srcId="{E96645CF-A82C-4E9D-9DFD-0ED989224EEA}" destId="{5A62E7B0-E4E6-47E1-A7E9-AAED7F99D1F0}" srcOrd="1" destOrd="0" presId="urn:microsoft.com/office/officeart/2005/8/layout/hierarchy2"/>
    <dgm:cxn modelId="{6DC1F94F-9D8F-43E9-91E5-900EF25C9AAB}" type="presParOf" srcId="{5A62E7B0-E4E6-47E1-A7E9-AAED7F99D1F0}" destId="{4C6D0985-05C5-45C5-BCA4-DEFE1728A9E1}" srcOrd="0" destOrd="0" presId="urn:microsoft.com/office/officeart/2005/8/layout/hierarchy2"/>
    <dgm:cxn modelId="{AC19A86F-D3E8-4430-83B9-AD4765C77123}" type="presParOf" srcId="{4C6D0985-05C5-45C5-BCA4-DEFE1728A9E1}" destId="{BB06CA34-3ED7-452A-ABD5-9906440171C1}" srcOrd="0" destOrd="0" presId="urn:microsoft.com/office/officeart/2005/8/layout/hierarchy2"/>
    <dgm:cxn modelId="{3878E31D-EC72-4358-B9FC-7292E79D3300}" type="presParOf" srcId="{5A62E7B0-E4E6-47E1-A7E9-AAED7F99D1F0}" destId="{7FC902CD-2DA7-412F-B86B-E74E4171135D}" srcOrd="1" destOrd="0" presId="urn:microsoft.com/office/officeart/2005/8/layout/hierarchy2"/>
    <dgm:cxn modelId="{1DAD1627-A882-4E8B-BEC8-DD33A946C034}" type="presParOf" srcId="{7FC902CD-2DA7-412F-B86B-E74E4171135D}" destId="{D55FE822-0F18-4B4B-BFDC-7ED3A9C65A66}" srcOrd="0" destOrd="0" presId="urn:microsoft.com/office/officeart/2005/8/layout/hierarchy2"/>
    <dgm:cxn modelId="{CDA32061-8E8B-459E-AB21-92F3E5DC58BE}" type="presParOf" srcId="{7FC902CD-2DA7-412F-B86B-E74E4171135D}" destId="{F47D6C23-D993-432D-BB52-88522CCA05C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344816" cy="4064000"/>
        <a:chOff x="0" y="0"/>
        <a:chExt cx="7344816" cy="4064000"/>
      </a:xfrm>
    </dsp:grpSpPr>
    <dsp:sp modelId="{DCA89ECC-FA09-42A5-821F-390768D04CFA}">
      <dsp:nvSpPr>
        <dsp:cNvPr id="3" name="圆角矩形 2"/>
        <dsp:cNvSpPr/>
      </dsp:nvSpPr>
      <dsp:spPr bwMode="white">
        <a:xfrm>
          <a:off x="282734" y="1439814"/>
          <a:ext cx="1891473" cy="11843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/>
            <a:t>工程的过程</a:t>
          </a:r>
          <a:endParaRPr lang="zh-CN" altLang="en-US" sz="2800" dirty="0"/>
        </a:p>
      </dsp:txBody>
      <dsp:txXfrm>
        <a:off x="282734" y="1439814"/>
        <a:ext cx="1891473" cy="1184373"/>
      </dsp:txXfrm>
    </dsp:sp>
    <dsp:sp modelId="{455A55BD-F0B0-4C1A-A5A5-5E465AE332B7}">
      <dsp:nvSpPr>
        <dsp:cNvPr id="4" name="任意多边形 3"/>
        <dsp:cNvSpPr/>
      </dsp:nvSpPr>
      <dsp:spPr bwMode="white">
        <a:xfrm>
          <a:off x="1580878" y="1181357"/>
          <a:ext cx="1767230" cy="32143"/>
        </a:xfrm>
        <a:custGeom>
          <a:avLst/>
          <a:gdLst/>
          <a:ahLst/>
          <a:cxnLst/>
          <a:pathLst>
            <a:path w="2783" h="51">
              <a:moveTo>
                <a:pt x="934" y="1340"/>
              </a:moveTo>
              <a:lnTo>
                <a:pt x="1849" y="-128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580878" y="1181357"/>
        <a:ext cx="1767230" cy="32143"/>
      </dsp:txXfrm>
    </dsp:sp>
    <dsp:sp modelId="{08D43090-AC91-4890-BDFF-C61E77458B87}">
      <dsp:nvSpPr>
        <dsp:cNvPr id="5" name="圆角矩形 4"/>
        <dsp:cNvSpPr/>
      </dsp:nvSpPr>
      <dsp:spPr bwMode="white">
        <a:xfrm>
          <a:off x="2754779" y="0"/>
          <a:ext cx="1451429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dirty="0" smtClean="0"/>
            <a:t>计划</a:t>
          </a:r>
          <a:endParaRPr lang="zh-CN" altLang="en-US" sz="4000" dirty="0"/>
        </a:p>
      </dsp:txBody>
      <dsp:txXfrm>
        <a:off x="2754779" y="0"/>
        <a:ext cx="1451429" cy="725714"/>
      </dsp:txXfrm>
    </dsp:sp>
    <dsp:sp modelId="{610D752D-2638-4D69-B900-90D8A7185892}">
      <dsp:nvSpPr>
        <dsp:cNvPr id="6" name="任意多边形 5"/>
        <dsp:cNvSpPr/>
      </dsp:nvSpPr>
      <dsp:spPr bwMode="white">
        <a:xfrm>
          <a:off x="4206207" y="346786"/>
          <a:ext cx="580571" cy="32143"/>
        </a:xfrm>
        <a:custGeom>
          <a:avLst/>
          <a:gdLst/>
          <a:ahLst/>
          <a:cxnLst/>
          <a:pathLst>
            <a:path w="914" h="51">
              <a:moveTo>
                <a:pt x="0" y="25"/>
              </a:moveTo>
              <a:lnTo>
                <a:pt x="914" y="2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206207" y="346786"/>
        <a:ext cx="580571" cy="32143"/>
      </dsp:txXfrm>
    </dsp:sp>
    <dsp:sp modelId="{814A8EAB-F625-4C2C-BD67-557F46DCE487}">
      <dsp:nvSpPr>
        <dsp:cNvPr id="7" name="圆角矩形 6"/>
        <dsp:cNvSpPr/>
      </dsp:nvSpPr>
      <dsp:spPr bwMode="white">
        <a:xfrm>
          <a:off x="4786779" y="0"/>
          <a:ext cx="2275303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设想的</a:t>
          </a:r>
          <a:endParaRPr lang="en-US" altLang="zh-CN" sz="2000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提出和决策</a:t>
          </a:r>
          <a:endParaRPr lang="zh-CN" altLang="en-US" sz="2000" dirty="0"/>
        </a:p>
      </dsp:txBody>
      <dsp:txXfrm>
        <a:off x="4786779" y="0"/>
        <a:ext cx="2275303" cy="725714"/>
      </dsp:txXfrm>
    </dsp:sp>
    <dsp:sp modelId="{EB7E83ED-C578-4190-9FAC-6035E415FAD4}">
      <dsp:nvSpPr>
        <dsp:cNvPr id="8" name="任意多边形 7"/>
        <dsp:cNvSpPr/>
      </dsp:nvSpPr>
      <dsp:spPr bwMode="white">
        <a:xfrm>
          <a:off x="1956169" y="1598643"/>
          <a:ext cx="1016648" cy="32143"/>
        </a:xfrm>
        <a:custGeom>
          <a:avLst/>
          <a:gdLst/>
          <a:ahLst/>
          <a:cxnLst/>
          <a:pathLst>
            <a:path w="1601" h="51">
              <a:moveTo>
                <a:pt x="343" y="682"/>
              </a:moveTo>
              <a:lnTo>
                <a:pt x="1258" y="-63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956169" y="1598643"/>
        <a:ext cx="1016648" cy="32143"/>
      </dsp:txXfrm>
    </dsp:sp>
    <dsp:sp modelId="{A77F93AD-DAE0-4221-9648-4A46C5B692F7}">
      <dsp:nvSpPr>
        <dsp:cNvPr id="9" name="圆角矩形 8"/>
        <dsp:cNvSpPr/>
      </dsp:nvSpPr>
      <dsp:spPr bwMode="white">
        <a:xfrm>
          <a:off x="2754779" y="834571"/>
          <a:ext cx="1451429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dirty="0" smtClean="0"/>
            <a:t>设计</a:t>
          </a:r>
          <a:endParaRPr lang="zh-CN" altLang="en-US" sz="4000" dirty="0"/>
        </a:p>
      </dsp:txBody>
      <dsp:txXfrm>
        <a:off x="2754779" y="834571"/>
        <a:ext cx="1451429" cy="725714"/>
      </dsp:txXfrm>
    </dsp:sp>
    <dsp:sp modelId="{73389FE3-E341-44E0-B282-1661C96B2B2D}">
      <dsp:nvSpPr>
        <dsp:cNvPr id="10" name="任意多边形 9"/>
        <dsp:cNvSpPr/>
      </dsp:nvSpPr>
      <dsp:spPr bwMode="white">
        <a:xfrm>
          <a:off x="4206207" y="1181357"/>
          <a:ext cx="580571" cy="32143"/>
        </a:xfrm>
        <a:custGeom>
          <a:avLst/>
          <a:gdLst/>
          <a:ahLst/>
          <a:cxnLst/>
          <a:pathLst>
            <a:path w="914" h="51">
              <a:moveTo>
                <a:pt x="0" y="25"/>
              </a:moveTo>
              <a:lnTo>
                <a:pt x="914" y="2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206207" y="1181357"/>
        <a:ext cx="580571" cy="32143"/>
      </dsp:txXfrm>
    </dsp:sp>
    <dsp:sp modelId="{017999BB-4B25-4642-9021-3312EFD36410}">
      <dsp:nvSpPr>
        <dsp:cNvPr id="11" name="圆角矩形 10"/>
        <dsp:cNvSpPr/>
      </dsp:nvSpPr>
      <dsp:spPr bwMode="white">
        <a:xfrm>
          <a:off x="4786779" y="834571"/>
          <a:ext cx="2275303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思路  理念 </a:t>
          </a:r>
          <a:endParaRPr lang="en-US" altLang="zh-CN" sz="2000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 施工方案</a:t>
          </a:r>
          <a:endParaRPr lang="zh-CN" altLang="en-US" sz="2000" dirty="0"/>
        </a:p>
      </dsp:txBody>
      <dsp:txXfrm>
        <a:off x="4786779" y="834571"/>
        <a:ext cx="2275303" cy="725714"/>
      </dsp:txXfrm>
    </dsp:sp>
    <dsp:sp modelId="{806628CA-25E8-4211-94C4-4B8AE3115559}">
      <dsp:nvSpPr>
        <dsp:cNvPr id="12" name="任意多边形 11"/>
        <dsp:cNvSpPr/>
      </dsp:nvSpPr>
      <dsp:spPr bwMode="white">
        <a:xfrm>
          <a:off x="2174207" y="2015929"/>
          <a:ext cx="580571" cy="32143"/>
        </a:xfrm>
        <a:custGeom>
          <a:avLst/>
          <a:gdLst/>
          <a:ahLst/>
          <a:cxnLst/>
          <a:pathLst>
            <a:path w="914" h="51">
              <a:moveTo>
                <a:pt x="0" y="25"/>
              </a:moveTo>
              <a:lnTo>
                <a:pt x="914" y="25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2174207" y="2015929"/>
        <a:ext cx="580571" cy="32143"/>
      </dsp:txXfrm>
    </dsp:sp>
    <dsp:sp modelId="{087D4B3B-8FF3-4CCC-AE9B-C1FA9CFD5AB6}">
      <dsp:nvSpPr>
        <dsp:cNvPr id="13" name="圆角矩形 12"/>
        <dsp:cNvSpPr/>
      </dsp:nvSpPr>
      <dsp:spPr bwMode="white">
        <a:xfrm>
          <a:off x="2754779" y="1669143"/>
          <a:ext cx="1451429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dirty="0" smtClean="0"/>
            <a:t>建造</a:t>
          </a:r>
          <a:endParaRPr lang="zh-CN" altLang="en-US" sz="4000" dirty="0"/>
        </a:p>
      </dsp:txBody>
      <dsp:txXfrm>
        <a:off x="2754779" y="1669143"/>
        <a:ext cx="1451429" cy="725714"/>
      </dsp:txXfrm>
    </dsp:sp>
    <dsp:sp modelId="{88A4058C-13BB-4E76-9055-A7564E0A8D60}">
      <dsp:nvSpPr>
        <dsp:cNvPr id="14" name="任意多边形 13"/>
        <dsp:cNvSpPr/>
      </dsp:nvSpPr>
      <dsp:spPr bwMode="white">
        <a:xfrm>
          <a:off x="4206207" y="2015929"/>
          <a:ext cx="580571" cy="32143"/>
        </a:xfrm>
        <a:custGeom>
          <a:avLst/>
          <a:gdLst/>
          <a:ahLst/>
          <a:cxnLst/>
          <a:pathLst>
            <a:path w="914" h="51">
              <a:moveTo>
                <a:pt x="0" y="25"/>
              </a:moveTo>
              <a:lnTo>
                <a:pt x="914" y="2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206207" y="2015929"/>
        <a:ext cx="580571" cy="32143"/>
      </dsp:txXfrm>
    </dsp:sp>
    <dsp:sp modelId="{5F5D64F8-7CF2-412E-AB51-231F63767CBE}">
      <dsp:nvSpPr>
        <dsp:cNvPr id="15" name="圆角矩形 14"/>
        <dsp:cNvSpPr/>
      </dsp:nvSpPr>
      <dsp:spPr bwMode="white">
        <a:xfrm>
          <a:off x="4786779" y="1669143"/>
          <a:ext cx="2275303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实施  安装</a:t>
          </a:r>
          <a:endParaRPr lang="en-US" altLang="zh-CN" sz="2000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试车  验收</a:t>
          </a:r>
          <a:endParaRPr lang="zh-CN" altLang="en-US" sz="2000" dirty="0"/>
        </a:p>
      </dsp:txBody>
      <dsp:txXfrm>
        <a:off x="4786779" y="1669143"/>
        <a:ext cx="2275303" cy="725714"/>
      </dsp:txXfrm>
    </dsp:sp>
    <dsp:sp modelId="{4129D0F1-8DC0-4D6E-9FAD-51DC8A204B1D}">
      <dsp:nvSpPr>
        <dsp:cNvPr id="16" name="任意多边形 15"/>
        <dsp:cNvSpPr/>
      </dsp:nvSpPr>
      <dsp:spPr bwMode="white">
        <a:xfrm>
          <a:off x="1956169" y="2433214"/>
          <a:ext cx="1016648" cy="32143"/>
        </a:xfrm>
        <a:custGeom>
          <a:avLst/>
          <a:gdLst/>
          <a:ahLst/>
          <a:cxnLst/>
          <a:pathLst>
            <a:path w="1601" h="51">
              <a:moveTo>
                <a:pt x="343" y="-632"/>
              </a:moveTo>
              <a:lnTo>
                <a:pt x="1258" y="68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956169" y="2433214"/>
        <a:ext cx="1016648" cy="32143"/>
      </dsp:txXfrm>
    </dsp:sp>
    <dsp:sp modelId="{FFCCF6FC-DAF2-406B-91C5-A6324296551D}">
      <dsp:nvSpPr>
        <dsp:cNvPr id="17" name="圆角矩形 16"/>
        <dsp:cNvSpPr/>
      </dsp:nvSpPr>
      <dsp:spPr bwMode="white">
        <a:xfrm>
          <a:off x="2754779" y="2503714"/>
          <a:ext cx="1451429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dirty="0" smtClean="0"/>
            <a:t>使用</a:t>
          </a:r>
          <a:endParaRPr lang="zh-CN" altLang="en-US" sz="4000" dirty="0"/>
        </a:p>
      </dsp:txBody>
      <dsp:txXfrm>
        <a:off x="2754779" y="2503714"/>
        <a:ext cx="1451429" cy="725714"/>
      </dsp:txXfrm>
    </dsp:sp>
    <dsp:sp modelId="{68BE2C43-ED2C-4556-A421-13AFCA4BE992}">
      <dsp:nvSpPr>
        <dsp:cNvPr id="18" name="任意多边形 17"/>
        <dsp:cNvSpPr/>
      </dsp:nvSpPr>
      <dsp:spPr bwMode="white">
        <a:xfrm>
          <a:off x="4206207" y="2850500"/>
          <a:ext cx="580571" cy="32143"/>
        </a:xfrm>
        <a:custGeom>
          <a:avLst/>
          <a:gdLst/>
          <a:ahLst/>
          <a:cxnLst/>
          <a:pathLst>
            <a:path w="914" h="51">
              <a:moveTo>
                <a:pt x="0" y="25"/>
              </a:moveTo>
              <a:lnTo>
                <a:pt x="914" y="2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206207" y="2850500"/>
        <a:ext cx="580571" cy="32143"/>
      </dsp:txXfrm>
    </dsp:sp>
    <dsp:sp modelId="{19AB304C-BA08-4C4D-944A-DBD069774EF5}">
      <dsp:nvSpPr>
        <dsp:cNvPr id="19" name="圆角矩形 18"/>
        <dsp:cNvSpPr/>
      </dsp:nvSpPr>
      <dsp:spPr bwMode="white">
        <a:xfrm>
          <a:off x="4786779" y="2503714"/>
          <a:ext cx="2255810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实现经济效益</a:t>
          </a:r>
          <a:endParaRPr lang="en-US" altLang="zh-CN" sz="2000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 smtClean="0"/>
            <a:t>社会效益</a:t>
          </a:r>
          <a:endParaRPr lang="zh-CN" altLang="en-US" sz="2000" dirty="0"/>
        </a:p>
      </dsp:txBody>
      <dsp:txXfrm>
        <a:off x="4786779" y="2503714"/>
        <a:ext cx="2255810" cy="725714"/>
      </dsp:txXfrm>
    </dsp:sp>
    <dsp:sp modelId="{804538CC-83A6-4D55-9391-4E3D4BE7E8A5}">
      <dsp:nvSpPr>
        <dsp:cNvPr id="20" name="任意多边形 19"/>
        <dsp:cNvSpPr/>
      </dsp:nvSpPr>
      <dsp:spPr bwMode="white">
        <a:xfrm>
          <a:off x="1580878" y="2850500"/>
          <a:ext cx="1767230" cy="32143"/>
        </a:xfrm>
        <a:custGeom>
          <a:avLst/>
          <a:gdLst/>
          <a:ahLst/>
          <a:cxnLst/>
          <a:pathLst>
            <a:path w="2783" h="51">
              <a:moveTo>
                <a:pt x="934" y="-1289"/>
              </a:moveTo>
              <a:lnTo>
                <a:pt x="1849" y="134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580878" y="2850500"/>
        <a:ext cx="1767230" cy="32143"/>
      </dsp:txXfrm>
    </dsp:sp>
    <dsp:sp modelId="{A75521A3-45C3-4040-818D-2DF8E5F82ED2}">
      <dsp:nvSpPr>
        <dsp:cNvPr id="21" name="圆角矩形 20"/>
        <dsp:cNvSpPr/>
      </dsp:nvSpPr>
      <dsp:spPr bwMode="white">
        <a:xfrm>
          <a:off x="2754779" y="3338286"/>
          <a:ext cx="1451429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dirty="0" smtClean="0"/>
            <a:t>结束</a:t>
          </a:r>
          <a:endParaRPr lang="zh-CN" altLang="en-US" sz="4000" dirty="0"/>
        </a:p>
      </dsp:txBody>
      <dsp:txXfrm>
        <a:off x="2754779" y="3338286"/>
        <a:ext cx="1451429" cy="725714"/>
      </dsp:txXfrm>
    </dsp:sp>
    <dsp:sp modelId="{4C6D0985-05C5-45C5-BCA4-DEFE1728A9E1}">
      <dsp:nvSpPr>
        <dsp:cNvPr id="22" name="任意多边形 21"/>
        <dsp:cNvSpPr/>
      </dsp:nvSpPr>
      <dsp:spPr bwMode="white">
        <a:xfrm>
          <a:off x="4206207" y="3685071"/>
          <a:ext cx="580571" cy="32143"/>
        </a:xfrm>
        <a:custGeom>
          <a:avLst/>
          <a:gdLst/>
          <a:ahLst/>
          <a:cxnLst/>
          <a:pathLst>
            <a:path w="914" h="51">
              <a:moveTo>
                <a:pt x="0" y="25"/>
              </a:moveTo>
              <a:lnTo>
                <a:pt x="914" y="2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206207" y="3685071"/>
        <a:ext cx="580571" cy="32143"/>
      </dsp:txXfrm>
    </dsp:sp>
    <dsp:sp modelId="{D55FE822-0F18-4B4B-BFDC-7ED3A9C65A66}">
      <dsp:nvSpPr>
        <dsp:cNvPr id="23" name="圆角矩形 22"/>
        <dsp:cNvSpPr/>
      </dsp:nvSpPr>
      <dsp:spPr bwMode="white">
        <a:xfrm>
          <a:off x="4786779" y="3338286"/>
          <a:ext cx="2275303" cy="72571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/>
            <a:t>报废处理</a:t>
          </a:r>
          <a:endParaRPr lang="zh-CN" altLang="en-US" sz="2800" dirty="0"/>
        </a:p>
      </dsp:txBody>
      <dsp:txXfrm>
        <a:off x="4786779" y="3338286"/>
        <a:ext cx="2275303" cy="725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rgbClr val="00009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 b="0">
                <a:solidFill>
                  <a:schemeClr val="tx1"/>
                </a:solidFill>
                <a:effectLst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>
                <a:solidFill>
                  <a:schemeClr val="tx1"/>
                </a:solidFill>
                <a:effectLst/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microsoft.com/office/2007/relationships/diagramDrawing" Target="../diagrams/drawing1.xml"/><Relationship Id="rId8" Type="http://schemas.openxmlformats.org/officeDocument/2006/relationships/diagramColors" Target="../diagrams/colors1.xml"/><Relationship Id="rId7" Type="http://schemas.openxmlformats.org/officeDocument/2006/relationships/diagramQuickStyle" Target="../diagrams/quickStyle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5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0" name="图片 3" descr="t013597fbf9107bed7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333375"/>
            <a:ext cx="8569325" cy="583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9" name="Text Box 3"/>
          <p:cNvSpPr txBox="1">
            <a:spLocks noChangeArrowheads="1"/>
          </p:cNvSpPr>
          <p:nvPr/>
        </p:nvSpPr>
        <p:spPr bwMode="auto">
          <a:xfrm>
            <a:off x="2565400" y="756285"/>
            <a:ext cx="3889375" cy="70675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4000" kern="1200" cap="none" spc="0" normalizeH="0" baseline="0" noProof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工程伦理</a:t>
            </a:r>
            <a:endParaRPr kumimoji="1" lang="zh-CN" altLang="en-US" sz="4000" kern="1200" cap="none" spc="0" normalizeH="0" baseline="0" noProof="0"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0560" y="1659890"/>
            <a:ext cx="783018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CN" altLang="en-US"/>
              <a:t>工程与技术；道德与伦理；</a:t>
            </a:r>
            <a:endParaRPr lang="zh-CN" altLang="en-US"/>
          </a:p>
          <a:p>
            <a:pPr algn="just"/>
            <a:r>
              <a:rPr lang="zh-CN" altLang="en-US"/>
              <a:t>无名天地之始。有名万物之母。故常无欲以观其妙。常有欲以观其徼。此两者同出而异名，玄之又玄，众妙之门。</a:t>
            </a:r>
            <a:endParaRPr lang="zh-CN" altLang="en-US"/>
          </a:p>
          <a:p>
            <a:pPr algn="just"/>
            <a:r>
              <a:rPr lang="zh-CN" altLang="en-US"/>
              <a:t>实事求是，解放思想，为人民服务。</a:t>
            </a:r>
            <a:endParaRPr lang="zh-CN" altLang="en-US"/>
          </a:p>
          <a:p>
            <a:pPr algn="just"/>
            <a:r>
              <a:rPr lang="zh-CN" altLang="en-US">
                <a:sym typeface="+mn-ea"/>
              </a:rPr>
              <a:t>从群中来，到群中去。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dirty="0"/>
              <a:t>第一章  工程与伦理</a:t>
            </a:r>
            <a:endParaRPr lang="zh-CN" altLang="en-US" dirty="0"/>
          </a:p>
        </p:txBody>
      </p:sp>
      <p:pic>
        <p:nvPicPr>
          <p:cNvPr id="12291" name="内容占位符 3" descr="timg.jpg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331913" y="1052513"/>
            <a:ext cx="6840537" cy="4321175"/>
          </a:xfrm>
        </p:spPr>
      </p:pic>
      <p:sp>
        <p:nvSpPr>
          <p:cNvPr id="12292" name="TextBox 5"/>
          <p:cNvSpPr txBox="1"/>
          <p:nvPr/>
        </p:nvSpPr>
        <p:spPr>
          <a:xfrm>
            <a:off x="1547813" y="5373688"/>
            <a:ext cx="662463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        怒江中下游干流河段落差集中，水量大，淹没损失小，交通方便，施工条件好，地质条件良好，是我国尚待开发的水电能源基地之一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L 形 13"/>
          <p:cNvSpPr/>
          <p:nvPr>
            <p:custDataLst>
              <p:tags r:id="rId1"/>
            </p:custDataLst>
          </p:nvPr>
        </p:nvSpPr>
        <p:spPr>
          <a:xfrm rot="5400000">
            <a:off x="450850" y="1203325"/>
            <a:ext cx="685800" cy="685800"/>
          </a:xfrm>
          <a:prstGeom prst="corner">
            <a:avLst>
              <a:gd name="adj1" fmla="val 16667"/>
              <a:gd name="adj2" fmla="val 1388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L 形 14"/>
          <p:cNvSpPr/>
          <p:nvPr>
            <p:custDataLst>
              <p:tags r:id="rId2"/>
            </p:custDataLst>
          </p:nvPr>
        </p:nvSpPr>
        <p:spPr>
          <a:xfrm rot="16200000">
            <a:off x="8007350" y="5672138"/>
            <a:ext cx="685800" cy="685800"/>
          </a:xfrm>
          <a:prstGeom prst="corner">
            <a:avLst>
              <a:gd name="adj1" fmla="val 16667"/>
              <a:gd name="adj2" fmla="val 1388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6" name="标题 1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55650" y="188913"/>
            <a:ext cx="7772400" cy="1143000"/>
          </a:xfrm>
        </p:spPr>
        <p:txBody>
          <a:bodyPr vert="horz" wrap="square" lIns="91440" tIns="45720" rIns="91440" bIns="45720" anchor="ctr"/>
          <a:p>
            <a:r>
              <a:rPr lang="en-US" altLang="zh-CN" dirty="0"/>
              <a:t>1.1  </a:t>
            </a:r>
            <a:r>
              <a:rPr lang="zh-CN" altLang="en-US" dirty="0"/>
              <a:t>如何理解工程</a:t>
            </a:r>
            <a:endParaRPr lang="zh-CN" altLang="en-US" dirty="0"/>
          </a:p>
        </p:txBody>
      </p:sp>
      <p:sp>
        <p:nvSpPr>
          <p:cNvPr id="13317" name="内容占位符 16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84213" y="1196975"/>
            <a:ext cx="7886700" cy="4673600"/>
          </a:xfrm>
        </p:spPr>
        <p:txBody>
          <a:bodyPr vert="horz" wrap="square" lIns="91440" tIns="45720" rIns="91440" bIns="45720" anchor="t"/>
          <a:p>
            <a:pPr>
              <a:lnSpc>
                <a:spcPct val="150000"/>
              </a:lnSpc>
            </a:pPr>
            <a:r>
              <a:rPr lang="zh-CN" altLang="en-US" b="1" dirty="0"/>
              <a:t>工程的过程</a:t>
            </a:r>
            <a:endParaRPr lang="en-US" altLang="zh-CN" b="1" dirty="0"/>
          </a:p>
        </p:txBody>
      </p:sp>
      <p:graphicFrame>
        <p:nvGraphicFramePr>
          <p:cNvPr id="11" name="图示 10"/>
          <p:cNvGraphicFramePr/>
          <p:nvPr/>
        </p:nvGraphicFramePr>
        <p:xfrm>
          <a:off x="683568" y="2276872"/>
          <a:ext cx="734481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 dirty="0"/>
              <a:t>1.2  </a:t>
            </a:r>
            <a:r>
              <a:rPr lang="zh-CN" altLang="en-US" dirty="0"/>
              <a:t>如何理解伦理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628650" y="1412875"/>
            <a:ext cx="7886700" cy="4968875"/>
          </a:xfrm>
        </p:spPr>
        <p:txBody>
          <a:bodyPr vert="horz" wrap="square" lIns="91440" tIns="45720" rIns="91440" bIns="45720" anchor="t"/>
          <a:p>
            <a:r>
              <a:rPr lang="zh-CN" altLang="en-US" b="1" dirty="0"/>
              <a:t>伦理困境与伦理选择</a:t>
            </a:r>
            <a:endParaRPr lang="en-US" altLang="zh-CN" b="1" dirty="0"/>
          </a:p>
          <a:p>
            <a:endParaRPr lang="en-US" altLang="zh-CN" b="1" dirty="0"/>
          </a:p>
        </p:txBody>
      </p:sp>
      <p:sp>
        <p:nvSpPr>
          <p:cNvPr id="4" name="L 形 3"/>
          <p:cNvSpPr/>
          <p:nvPr>
            <p:custDataLst>
              <p:tags r:id="rId1"/>
            </p:custDataLst>
          </p:nvPr>
        </p:nvSpPr>
        <p:spPr>
          <a:xfrm rot="5400000">
            <a:off x="250825" y="1052513"/>
            <a:ext cx="685800" cy="685800"/>
          </a:xfrm>
          <a:prstGeom prst="corner">
            <a:avLst>
              <a:gd name="adj1" fmla="val 16667"/>
              <a:gd name="adj2" fmla="val 1388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L 形 4"/>
          <p:cNvSpPr/>
          <p:nvPr>
            <p:custDataLst>
              <p:tags r:id="rId2"/>
            </p:custDataLst>
          </p:nvPr>
        </p:nvSpPr>
        <p:spPr>
          <a:xfrm rot="16200000">
            <a:off x="8007350" y="5672138"/>
            <a:ext cx="685800" cy="685800"/>
          </a:xfrm>
          <a:prstGeom prst="corner">
            <a:avLst>
              <a:gd name="adj1" fmla="val 16667"/>
              <a:gd name="adj2" fmla="val 1388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42" name="图片 5" descr="timg (2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3" y="2349500"/>
            <a:ext cx="5472112" cy="427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3" name="TextBox 6"/>
          <p:cNvSpPr txBox="1"/>
          <p:nvPr/>
        </p:nvSpPr>
        <p:spPr>
          <a:xfrm>
            <a:off x="3851275" y="5876925"/>
            <a:ext cx="18002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电车悖论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Picture 3" descr="008l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77_2*i*0"/>
  <p:tag name="KSO_WM_TEMPLATE_CATEGORY" val="custom"/>
  <p:tag name="KSO_WM_TEMPLATE_INDEX" val="277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77_2*i*1"/>
  <p:tag name="KSO_WM_TEMPLATE_CATEGORY" val="custom"/>
  <p:tag name="KSO_WM_TEMPLATE_INDEX" val="277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a"/>
  <p:tag name="KSO_WM_UNIT_INDEX" val="1"/>
  <p:tag name="KSO_WM_UNIT_ID" val="custom501_2*a*1"/>
  <p:tag name="KSO_WM_UNIT_CLEAR" val="1"/>
  <p:tag name="KSO_WM_UNIT_LAYERLEVEL" val="1"/>
  <p:tag name="KSO_WM_UNIT_VALUE" val="1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f"/>
  <p:tag name="KSO_WM_UNIT_INDEX" val="1"/>
  <p:tag name="KSO_WM_UNIT_ID" val="custom501_2*f*1"/>
  <p:tag name="KSO_WM_UNIT_CLEAR" val="1"/>
  <p:tag name="KSO_WM_UNIT_LAYERLEVEL" val="1"/>
  <p:tag name="KSO_WM_UNIT_VALUE" val="250"/>
  <p:tag name="KSO_WM_UNIT_HIGHLIGHT" val="0"/>
  <p:tag name="KSO_WM_UNIT_COMPATIBLE" val="0"/>
  <p:tag name="KSO_WM_UNIT_PRESET_TEXT_INDEX" val="5"/>
  <p:tag name="KSO_WM_UNIT_PRESET_TEXT_LEN" val="232"/>
</p:tagLst>
</file>

<file path=ppt/tags/tag5.xml><?xml version="1.0" encoding="utf-8"?>
<p:tagLst xmlns:p="http://schemas.openxmlformats.org/presentationml/2006/main">
  <p:tag name="KSO_WM_TEMPLATE_CATEGORY" val="custom"/>
  <p:tag name="KSO_WM_TEMPLATE_INDEX" val="277"/>
  <p:tag name="KSO_WM_TAG_VERSION" val="1.0"/>
  <p:tag name="KSO_WM_SLIDE_ID" val="custom277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50*108"/>
  <p:tag name="KSO_WM_SLIDE_SIZE" val="621*368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77_2*i*0"/>
  <p:tag name="KSO_WM_TEMPLATE_CATEGORY" val="custom"/>
  <p:tag name="KSO_WM_TEMPLATE_INDEX" val="277"/>
  <p:tag name="KSO_WM_UNIT_INDEX" val="0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77_2*i*1"/>
  <p:tag name="KSO_WM_TEMPLATE_CATEGORY" val="custom"/>
  <p:tag name="KSO_WM_TEMPLATE_INDEX" val="277"/>
  <p:tag name="KSO_WM_UNIT_INDEX" val="1"/>
</p:tagLst>
</file>

<file path=ppt/tags/tag8.xml><?xml version="1.0" encoding="utf-8"?>
<p:tagLst xmlns:p="http://schemas.openxmlformats.org/presentationml/2006/main">
  <p:tag name="commondata" val="eyJoZGlkIjoiY2U0YTUyYjczNzllNGM1NGQyMGFkYjlmZGFkOTVhMDM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00">
            <a:alpha val="50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00">
            <a:alpha val="50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>全屏显示(4:3)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黑体</vt:lpstr>
      <vt:lpstr>Times New Roman</vt:lpstr>
      <vt:lpstr>楷体_GB2312</vt:lpstr>
      <vt:lpstr>新宋体</vt:lpstr>
      <vt:lpstr>微软雅黑</vt:lpstr>
      <vt:lpstr>Arial Unicode MS</vt:lpstr>
      <vt:lpstr>默认设计模板</vt:lpstr>
      <vt:lpstr>PowerPoint 演示文稿</vt:lpstr>
      <vt:lpstr>PowerPoint 演示文稿</vt:lpstr>
      <vt:lpstr>第一章  工程与伦理</vt:lpstr>
      <vt:lpstr>1.1  如何理解工程</vt:lpstr>
      <vt:lpstr>1.2  如何理解伦理</vt:lpstr>
      <vt:lpstr>PowerPoint 演示文稿</vt:lpstr>
    </vt:vector>
  </TitlesOfParts>
  <Company>水资源所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许凤冉</dc:creator>
  <cp:lastModifiedBy>Ywf</cp:lastModifiedBy>
  <cp:revision>208</cp:revision>
  <dcterms:created xsi:type="dcterms:W3CDTF">2004-05-09T02:28:00Z</dcterms:created>
  <dcterms:modified xsi:type="dcterms:W3CDTF">2024-11-19T15:08:58Z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2052-12.1.0.18345</vt:lpwstr>
  </property>
  <property fmtid="{D5CDD505-2E9C-101B-9397-08002B2CF9AE}" pid="3" name="ICV">
    <vt:lpwstr>1824EB6929134AE28C206BDCEC86BE53_12</vt:lpwstr>
  </property>
</Properties>
</file>