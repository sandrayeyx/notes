
<file path=[Content_Types].xml><?xml version="1.0" encoding="utf-8"?>
<Types xmlns="http://schemas.openxmlformats.org/package/2006/content-types">
  <Default Extension="jpeg" ContentType="image/jpe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315" r:id="rId4"/>
    <p:sldId id="316" r:id="rId5"/>
    <p:sldId id="276" r:id="rId6"/>
    <p:sldId id="278" r:id="rId7"/>
    <p:sldId id="257" r:id="rId9"/>
    <p:sldId id="279" r:id="rId10"/>
    <p:sldId id="258" r:id="rId11"/>
    <p:sldId id="267" r:id="rId12"/>
    <p:sldId id="280" r:id="rId13"/>
    <p:sldId id="269" r:id="rId14"/>
    <p:sldId id="265" r:id="rId15"/>
    <p:sldId id="281" r:id="rId16"/>
    <p:sldId id="282" r:id="rId17"/>
    <p:sldId id="283" r:id="rId18"/>
    <p:sldId id="285" r:id="rId19"/>
    <p:sldId id="284" r:id="rId20"/>
    <p:sldId id="286" r:id="rId21"/>
    <p:sldId id="287" r:id="rId22"/>
    <p:sldId id="288" r:id="rId23"/>
    <p:sldId id="289" r:id="rId24"/>
    <p:sldId id="290" r:id="rId25"/>
    <p:sldId id="291" r:id="rId26"/>
    <p:sldId id="292" r:id="rId27"/>
    <p:sldId id="313" r:id="rId28"/>
    <p:sldId id="293" r:id="rId29"/>
    <p:sldId id="294"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4" r:id="rId4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ingsoft"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1" d="100"/>
          <a:sy n="71" d="100"/>
        </p:scale>
        <p:origin x="-1134" y="-1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3D3BC95-18DC-4027-ACC1-787B08906751}" type="doc">
      <dgm:prSet loTypeId="urn:microsoft.com/office/officeart/2005/8/layout/orgChart1" loCatId="hierarchy" qsTypeId="urn:microsoft.com/office/officeart/2005/8/quickstyle/simple1#1" qsCatId="simple" csTypeId="urn:microsoft.com/office/officeart/2005/8/colors/accent1_2#1" csCatId="accent1" phldr="1"/>
      <dgm:spPr/>
      <dgm:t>
        <a:bodyPr/>
        <a:lstStyle/>
        <a:p>
          <a:endParaRPr lang="zh-CN" altLang="en-US"/>
        </a:p>
      </dgm:t>
    </dgm:pt>
    <dgm:pt modelId="{8991DAA6-20CE-4427-8C06-C46C050EF286}">
      <dgm:prSet phldrT="[文本]" custT="1"/>
      <dgm:spPr/>
      <dgm:t>
        <a:bodyPr/>
        <a:lstStyle/>
        <a:p>
          <a:r>
            <a:rPr lang="zh-CN" altLang="en-US" sz="3600" dirty="0" smtClean="0"/>
            <a:t>怒江水电开发的争议</a:t>
          </a:r>
          <a:endParaRPr lang="zh-CN" altLang="en-US" sz="3600" dirty="0"/>
        </a:p>
      </dgm:t>
    </dgm:pt>
    <dgm:pt modelId="{0E1BC23B-9540-4C77-8833-79A340F7076F}" cxnId="{67E611A9-4693-4326-BAA9-ADD4E8626F12}" type="parTrans">
      <dgm:prSet/>
      <dgm:spPr/>
      <dgm:t>
        <a:bodyPr/>
        <a:lstStyle/>
        <a:p>
          <a:endParaRPr lang="zh-CN" altLang="en-US"/>
        </a:p>
      </dgm:t>
    </dgm:pt>
    <dgm:pt modelId="{80896A96-0B8A-402D-8D5D-8AAB7D903656}" cxnId="{67E611A9-4693-4326-BAA9-ADD4E8626F12}" type="sibTrans">
      <dgm:prSet/>
      <dgm:spPr/>
      <dgm:t>
        <a:bodyPr/>
        <a:lstStyle/>
        <a:p>
          <a:endParaRPr lang="zh-CN" altLang="en-US"/>
        </a:p>
      </dgm:t>
    </dgm:pt>
    <dgm:pt modelId="{C3D53F30-BF89-415A-AB4F-604FE5CCEDEB}">
      <dgm:prSet phldrT="[文本]" custT="1"/>
      <dgm:spPr/>
      <dgm:t>
        <a:bodyPr/>
        <a:lstStyle/>
        <a:p>
          <a:r>
            <a:rPr lang="zh-CN" altLang="en-US" sz="4000" dirty="0" smtClean="0"/>
            <a:t>支持</a:t>
          </a:r>
          <a:endParaRPr lang="zh-CN" altLang="en-US" sz="4000" dirty="0"/>
        </a:p>
      </dgm:t>
    </dgm:pt>
    <dgm:pt modelId="{91860412-677B-4D5E-A259-065B17B2C86D}" cxnId="{BF67520E-D286-4DFD-9AD0-090808204469}" type="parTrans">
      <dgm:prSet/>
      <dgm:spPr/>
      <dgm:t>
        <a:bodyPr/>
        <a:lstStyle/>
        <a:p>
          <a:endParaRPr lang="zh-CN" altLang="en-US"/>
        </a:p>
      </dgm:t>
    </dgm:pt>
    <dgm:pt modelId="{4CFFFCEF-674E-4D74-B1D8-7BFD0BBD361F}" cxnId="{BF67520E-D286-4DFD-9AD0-090808204469}" type="sibTrans">
      <dgm:prSet/>
      <dgm:spPr/>
      <dgm:t>
        <a:bodyPr/>
        <a:lstStyle/>
        <a:p>
          <a:endParaRPr lang="zh-CN" altLang="en-US"/>
        </a:p>
      </dgm:t>
    </dgm:pt>
    <dgm:pt modelId="{D8476EAC-221A-47FB-A364-E095E8CF2A07}">
      <dgm:prSet phldrT="[文本]" custT="1"/>
      <dgm:spPr/>
      <dgm:t>
        <a:bodyPr/>
        <a:lstStyle/>
        <a:p>
          <a:r>
            <a:rPr lang="zh-CN" altLang="en-US" sz="2800" dirty="0" smtClean="0"/>
            <a:t>脱贫致富</a:t>
          </a:r>
          <a:endParaRPr lang="zh-CN" altLang="en-US" sz="2800" dirty="0"/>
        </a:p>
      </dgm:t>
    </dgm:pt>
    <dgm:pt modelId="{AECDEE23-ABE7-40A0-844F-CDFF6FDB8505}" cxnId="{9066D514-B593-4EEA-A3D7-5F7997E0C0FC}" type="parTrans">
      <dgm:prSet/>
      <dgm:spPr/>
      <dgm:t>
        <a:bodyPr/>
        <a:lstStyle/>
        <a:p>
          <a:endParaRPr lang="zh-CN" altLang="en-US"/>
        </a:p>
      </dgm:t>
    </dgm:pt>
    <dgm:pt modelId="{91979E6E-BD48-4EEB-AC37-F6227059FD38}" cxnId="{9066D514-B593-4EEA-A3D7-5F7997E0C0FC}" type="sibTrans">
      <dgm:prSet/>
      <dgm:spPr/>
      <dgm:t>
        <a:bodyPr/>
        <a:lstStyle/>
        <a:p>
          <a:endParaRPr lang="zh-CN" altLang="en-US"/>
        </a:p>
      </dgm:t>
    </dgm:pt>
    <dgm:pt modelId="{2164DEA9-7FA1-42C7-897F-2892FA4FB802}">
      <dgm:prSet phldrT="[文本]" custT="1"/>
      <dgm:spPr/>
      <dgm:t>
        <a:bodyPr/>
        <a:lstStyle/>
        <a:p>
          <a:r>
            <a:rPr lang="zh-CN" altLang="en-US" sz="2800" dirty="0" smtClean="0"/>
            <a:t>建设新农村</a:t>
          </a:r>
          <a:endParaRPr lang="zh-CN" altLang="en-US" sz="2800" dirty="0"/>
        </a:p>
      </dgm:t>
    </dgm:pt>
    <dgm:pt modelId="{B374C7CF-E1F8-4300-A22F-6E54A573ECBA}" cxnId="{F4927797-86AC-4734-8F6C-7A3DA56FE6AC}" type="parTrans">
      <dgm:prSet/>
      <dgm:spPr/>
      <dgm:t>
        <a:bodyPr/>
        <a:lstStyle/>
        <a:p>
          <a:endParaRPr lang="zh-CN" altLang="en-US"/>
        </a:p>
      </dgm:t>
    </dgm:pt>
    <dgm:pt modelId="{6F9EF017-8A3D-4EAE-8C3A-7AED8F68B685}" cxnId="{F4927797-86AC-4734-8F6C-7A3DA56FE6AC}" type="sibTrans">
      <dgm:prSet/>
      <dgm:spPr/>
      <dgm:t>
        <a:bodyPr/>
        <a:lstStyle/>
        <a:p>
          <a:endParaRPr lang="zh-CN" altLang="en-US"/>
        </a:p>
      </dgm:t>
    </dgm:pt>
    <dgm:pt modelId="{1798FB66-E871-4257-8A3E-DB884ED6232C}">
      <dgm:prSet phldrT="[文本]" custT="1"/>
      <dgm:spPr/>
      <dgm:t>
        <a:bodyPr/>
        <a:lstStyle/>
        <a:p>
          <a:r>
            <a:rPr lang="zh-CN" altLang="en-US" sz="4000" dirty="0" smtClean="0"/>
            <a:t>反对</a:t>
          </a:r>
          <a:endParaRPr lang="zh-CN" altLang="en-US" sz="4000" dirty="0"/>
        </a:p>
      </dgm:t>
    </dgm:pt>
    <dgm:pt modelId="{258C902B-7058-48CF-8788-59756CD83D8F}" cxnId="{C023D613-F220-4736-95C2-2CF46DE042DB}" type="parTrans">
      <dgm:prSet/>
      <dgm:spPr/>
      <dgm:t>
        <a:bodyPr/>
        <a:lstStyle/>
        <a:p>
          <a:endParaRPr lang="zh-CN" altLang="en-US"/>
        </a:p>
      </dgm:t>
    </dgm:pt>
    <dgm:pt modelId="{86DC136A-E229-4100-9A41-EAE5AA2B7A05}" cxnId="{C023D613-F220-4736-95C2-2CF46DE042DB}" type="sibTrans">
      <dgm:prSet/>
      <dgm:spPr/>
      <dgm:t>
        <a:bodyPr/>
        <a:lstStyle/>
        <a:p>
          <a:endParaRPr lang="zh-CN" altLang="en-US"/>
        </a:p>
      </dgm:t>
    </dgm:pt>
    <dgm:pt modelId="{C22272F1-95CB-42DE-9BE7-77647E945B57}">
      <dgm:prSet phldrT="[文本]"/>
      <dgm:spPr/>
      <dgm:t>
        <a:bodyPr/>
        <a:lstStyle/>
        <a:p>
          <a:r>
            <a:rPr lang="zh-CN" altLang="en-US" dirty="0" smtClean="0"/>
            <a:t>影响旅游业</a:t>
          </a:r>
          <a:endParaRPr lang="zh-CN" altLang="en-US" dirty="0"/>
        </a:p>
      </dgm:t>
    </dgm:pt>
    <dgm:pt modelId="{86BC67C1-79E0-4FD9-977B-8CC8CD4E55D7}" cxnId="{931FD192-C888-40CC-A2C1-E3CDC9E8DE23}" type="parTrans">
      <dgm:prSet/>
      <dgm:spPr/>
      <dgm:t>
        <a:bodyPr/>
        <a:lstStyle/>
        <a:p>
          <a:endParaRPr lang="zh-CN" altLang="en-US"/>
        </a:p>
      </dgm:t>
    </dgm:pt>
    <dgm:pt modelId="{54A269B3-9B33-4744-9053-43B302046958}" cxnId="{931FD192-C888-40CC-A2C1-E3CDC9E8DE23}" type="sibTrans">
      <dgm:prSet/>
      <dgm:spPr/>
      <dgm:t>
        <a:bodyPr/>
        <a:lstStyle/>
        <a:p>
          <a:endParaRPr lang="zh-CN" altLang="en-US"/>
        </a:p>
      </dgm:t>
    </dgm:pt>
    <dgm:pt modelId="{8F15FC79-093D-4C8E-BA82-CC13E28A8B4F}">
      <dgm:prSet custT="1"/>
      <dgm:spPr/>
      <dgm:t>
        <a:bodyPr/>
        <a:lstStyle/>
        <a:p>
          <a:r>
            <a:rPr lang="zh-CN" altLang="en-US" sz="2800" dirty="0" smtClean="0"/>
            <a:t>治理生态恶化</a:t>
          </a:r>
          <a:endParaRPr lang="zh-CN" altLang="en-US" sz="2800" dirty="0"/>
        </a:p>
      </dgm:t>
    </dgm:pt>
    <dgm:pt modelId="{7FAAAE48-8281-480B-915E-0CFE31323B2C}" cxnId="{42080B3F-945C-4FC1-8CD4-81EFAF5B85F1}" type="parTrans">
      <dgm:prSet/>
      <dgm:spPr/>
      <dgm:t>
        <a:bodyPr/>
        <a:lstStyle/>
        <a:p>
          <a:endParaRPr lang="zh-CN" altLang="en-US"/>
        </a:p>
      </dgm:t>
    </dgm:pt>
    <dgm:pt modelId="{C27A088C-D7E2-4000-AE28-8D233C25B77D}" cxnId="{42080B3F-945C-4FC1-8CD4-81EFAF5B85F1}" type="sibTrans">
      <dgm:prSet/>
      <dgm:spPr/>
      <dgm:t>
        <a:bodyPr/>
        <a:lstStyle/>
        <a:p>
          <a:endParaRPr lang="zh-CN" altLang="en-US"/>
        </a:p>
      </dgm:t>
    </dgm:pt>
    <dgm:pt modelId="{7774F3B9-F6A4-4B5B-92EB-33BB57D07054}">
      <dgm:prSet/>
      <dgm:spPr/>
      <dgm:t>
        <a:bodyPr/>
        <a:lstStyle/>
        <a:p>
          <a:r>
            <a:rPr lang="zh-CN" altLang="en-US" dirty="0" smtClean="0"/>
            <a:t>改变生态的完整性</a:t>
          </a:r>
          <a:endParaRPr lang="en-US" altLang="zh-CN" dirty="0" smtClean="0"/>
        </a:p>
        <a:p>
          <a:r>
            <a:rPr lang="zh-CN" altLang="en-US" dirty="0" smtClean="0"/>
            <a:t>真实性和生物的多样性</a:t>
          </a:r>
          <a:endParaRPr lang="zh-CN" altLang="en-US" dirty="0"/>
        </a:p>
      </dgm:t>
    </dgm:pt>
    <dgm:pt modelId="{3C5483B9-83A0-4314-BF02-7076A3D5FCF2}" cxnId="{836A7AB1-B6D7-42C9-8F6A-974C06613C0E}" type="parTrans">
      <dgm:prSet/>
      <dgm:spPr/>
      <dgm:t>
        <a:bodyPr/>
        <a:lstStyle/>
        <a:p>
          <a:endParaRPr lang="zh-CN" altLang="en-US"/>
        </a:p>
      </dgm:t>
    </dgm:pt>
    <dgm:pt modelId="{5283A1ED-25AA-4B60-B6FB-B6A40B802AD6}" cxnId="{836A7AB1-B6D7-42C9-8F6A-974C06613C0E}" type="sibTrans">
      <dgm:prSet/>
      <dgm:spPr/>
      <dgm:t>
        <a:bodyPr/>
        <a:lstStyle/>
        <a:p>
          <a:endParaRPr lang="zh-CN" altLang="en-US"/>
        </a:p>
      </dgm:t>
    </dgm:pt>
    <dgm:pt modelId="{6EC56E0B-5428-478A-81FB-C246159EBDBC}">
      <dgm:prSet/>
      <dgm:spPr/>
      <dgm:t>
        <a:bodyPr/>
        <a:lstStyle/>
        <a:p>
          <a:r>
            <a:rPr lang="zh-CN" altLang="en-US" dirty="0" smtClean="0"/>
            <a:t>破坏地方民族文化</a:t>
          </a:r>
          <a:endParaRPr lang="zh-CN" altLang="en-US" dirty="0"/>
        </a:p>
      </dgm:t>
    </dgm:pt>
    <dgm:pt modelId="{36F3B505-0D38-41F0-9D68-5053D8212345}" cxnId="{847C9266-611F-4A4A-A15E-9FE3299CABA0}" type="parTrans">
      <dgm:prSet/>
      <dgm:spPr/>
      <dgm:t>
        <a:bodyPr/>
        <a:lstStyle/>
        <a:p>
          <a:endParaRPr lang="zh-CN" altLang="en-US"/>
        </a:p>
      </dgm:t>
    </dgm:pt>
    <dgm:pt modelId="{BC439559-148E-42E1-B4B8-453908079144}" cxnId="{847C9266-611F-4A4A-A15E-9FE3299CABA0}" type="sibTrans">
      <dgm:prSet/>
      <dgm:spPr/>
      <dgm:t>
        <a:bodyPr/>
        <a:lstStyle/>
        <a:p>
          <a:endParaRPr lang="zh-CN" altLang="en-US"/>
        </a:p>
      </dgm:t>
    </dgm:pt>
    <dgm:pt modelId="{28CD0D95-6184-45D5-9376-05C494E24070}">
      <dgm:prSet/>
      <dgm:spPr/>
      <dgm:t>
        <a:bodyPr/>
        <a:lstStyle/>
        <a:p>
          <a:r>
            <a:rPr lang="zh-CN" altLang="en-US" dirty="0" smtClean="0"/>
            <a:t>移民问题不易解决</a:t>
          </a:r>
          <a:endParaRPr lang="zh-CN" altLang="en-US" dirty="0"/>
        </a:p>
      </dgm:t>
    </dgm:pt>
    <dgm:pt modelId="{A4ED4A24-4311-48CC-8C03-13852B83C463}" cxnId="{14DFE78A-9BDA-4D0C-B25C-9C714594EDA7}" type="parTrans">
      <dgm:prSet/>
      <dgm:spPr/>
      <dgm:t>
        <a:bodyPr/>
        <a:lstStyle/>
        <a:p>
          <a:endParaRPr lang="zh-CN" altLang="en-US"/>
        </a:p>
      </dgm:t>
    </dgm:pt>
    <dgm:pt modelId="{F6845A3E-878C-4CCD-933B-613F6CC76D52}" cxnId="{14DFE78A-9BDA-4D0C-B25C-9C714594EDA7}" type="sibTrans">
      <dgm:prSet/>
      <dgm:spPr/>
      <dgm:t>
        <a:bodyPr/>
        <a:lstStyle/>
        <a:p>
          <a:endParaRPr lang="zh-CN" altLang="en-US"/>
        </a:p>
      </dgm:t>
    </dgm:pt>
    <dgm:pt modelId="{32B9C271-DFD0-45FF-86E1-E077CABA3893}" type="pres">
      <dgm:prSet presAssocID="{B3D3BC95-18DC-4027-ACC1-787B08906751}" presName="hierChild1" presStyleCnt="0">
        <dgm:presLayoutVars>
          <dgm:orgChart val="1"/>
          <dgm:chPref val="1"/>
          <dgm:dir/>
          <dgm:animOne val="branch"/>
          <dgm:animLvl val="lvl"/>
          <dgm:resizeHandles/>
        </dgm:presLayoutVars>
      </dgm:prSet>
      <dgm:spPr/>
      <dgm:t>
        <a:bodyPr/>
        <a:lstStyle/>
        <a:p>
          <a:endParaRPr lang="zh-CN" altLang="en-US"/>
        </a:p>
      </dgm:t>
    </dgm:pt>
    <dgm:pt modelId="{49E4918E-274F-414B-8F3C-46FEB9BB8333}" type="pres">
      <dgm:prSet presAssocID="{8991DAA6-20CE-4427-8C06-C46C050EF286}" presName="hierRoot1" presStyleCnt="0">
        <dgm:presLayoutVars>
          <dgm:hierBranch val="init"/>
        </dgm:presLayoutVars>
      </dgm:prSet>
      <dgm:spPr/>
    </dgm:pt>
    <dgm:pt modelId="{BEA677D6-920F-41A6-8C53-A8F5924A7990}" type="pres">
      <dgm:prSet presAssocID="{8991DAA6-20CE-4427-8C06-C46C050EF286}" presName="rootComposite1" presStyleCnt="0"/>
      <dgm:spPr/>
    </dgm:pt>
    <dgm:pt modelId="{9442C564-07DC-4860-8FAD-AE91E954E649}" type="pres">
      <dgm:prSet presAssocID="{8991DAA6-20CE-4427-8C06-C46C050EF286}" presName="rootText1" presStyleLbl="node0" presStyleIdx="0" presStyleCnt="1" custScaleX="535805" custScaleY="154084" custLinFactNeighborY="-128">
        <dgm:presLayoutVars>
          <dgm:chPref val="3"/>
        </dgm:presLayoutVars>
      </dgm:prSet>
      <dgm:spPr/>
      <dgm:t>
        <a:bodyPr/>
        <a:lstStyle/>
        <a:p>
          <a:endParaRPr lang="zh-CN" altLang="en-US"/>
        </a:p>
      </dgm:t>
    </dgm:pt>
    <dgm:pt modelId="{AFC0F5A1-08D5-4380-A52A-FFA320A2A037}" type="pres">
      <dgm:prSet presAssocID="{8991DAA6-20CE-4427-8C06-C46C050EF286}" presName="rootConnector1" presStyleLbl="node1" presStyleIdx="0" presStyleCnt="0"/>
      <dgm:spPr/>
      <dgm:t>
        <a:bodyPr/>
        <a:lstStyle/>
        <a:p>
          <a:endParaRPr lang="zh-CN" altLang="en-US"/>
        </a:p>
      </dgm:t>
    </dgm:pt>
    <dgm:pt modelId="{8EC73607-63AF-448F-89C6-68CC4DF4E039}" type="pres">
      <dgm:prSet presAssocID="{8991DAA6-20CE-4427-8C06-C46C050EF286}" presName="hierChild2" presStyleCnt="0"/>
      <dgm:spPr/>
    </dgm:pt>
    <dgm:pt modelId="{6D44581E-530F-49CA-89A1-AC5CFBF480C3}" type="pres">
      <dgm:prSet presAssocID="{91860412-677B-4D5E-A259-065B17B2C86D}" presName="Name37" presStyleLbl="parChTrans1D2" presStyleIdx="0" presStyleCnt="2"/>
      <dgm:spPr/>
      <dgm:t>
        <a:bodyPr/>
        <a:lstStyle/>
        <a:p>
          <a:endParaRPr lang="zh-CN" altLang="en-US"/>
        </a:p>
      </dgm:t>
    </dgm:pt>
    <dgm:pt modelId="{5A4D6AAC-9D78-4604-928D-A4CD04EB0C02}" type="pres">
      <dgm:prSet presAssocID="{C3D53F30-BF89-415A-AB4F-604FE5CCEDEB}" presName="hierRoot2" presStyleCnt="0">
        <dgm:presLayoutVars>
          <dgm:hierBranch val="init"/>
        </dgm:presLayoutVars>
      </dgm:prSet>
      <dgm:spPr/>
    </dgm:pt>
    <dgm:pt modelId="{19AC1507-244B-424F-87E2-B77CE95A884D}" type="pres">
      <dgm:prSet presAssocID="{C3D53F30-BF89-415A-AB4F-604FE5CCEDEB}" presName="rootComposite" presStyleCnt="0"/>
      <dgm:spPr/>
    </dgm:pt>
    <dgm:pt modelId="{42A1A746-385B-406A-9035-8DAFD00C6813}" type="pres">
      <dgm:prSet presAssocID="{C3D53F30-BF89-415A-AB4F-604FE5CCEDEB}" presName="rootText" presStyleLbl="node2" presStyleIdx="0" presStyleCnt="2" custScaleX="159018" custLinFactX="-6944" custLinFactNeighborX="-100000" custLinFactNeighborY="865">
        <dgm:presLayoutVars>
          <dgm:chPref val="3"/>
        </dgm:presLayoutVars>
      </dgm:prSet>
      <dgm:spPr/>
      <dgm:t>
        <a:bodyPr/>
        <a:lstStyle/>
        <a:p>
          <a:endParaRPr lang="zh-CN" altLang="en-US"/>
        </a:p>
      </dgm:t>
    </dgm:pt>
    <dgm:pt modelId="{547A17B0-743F-4BF3-8D9D-C9F045196C90}" type="pres">
      <dgm:prSet presAssocID="{C3D53F30-BF89-415A-AB4F-604FE5CCEDEB}" presName="rootConnector" presStyleLbl="node2" presStyleIdx="0" presStyleCnt="2"/>
      <dgm:spPr/>
      <dgm:t>
        <a:bodyPr/>
        <a:lstStyle/>
        <a:p>
          <a:endParaRPr lang="zh-CN" altLang="en-US"/>
        </a:p>
      </dgm:t>
    </dgm:pt>
    <dgm:pt modelId="{C599281B-676F-4E81-9353-4CCD0430C864}" type="pres">
      <dgm:prSet presAssocID="{C3D53F30-BF89-415A-AB4F-604FE5CCEDEB}" presName="hierChild4" presStyleCnt="0"/>
      <dgm:spPr/>
    </dgm:pt>
    <dgm:pt modelId="{3381FF35-D55B-4188-94F2-D988A8C38E8A}" type="pres">
      <dgm:prSet presAssocID="{AECDEE23-ABE7-40A0-844F-CDFF6FDB8505}" presName="Name37" presStyleLbl="parChTrans1D3" presStyleIdx="0" presStyleCnt="7"/>
      <dgm:spPr/>
      <dgm:t>
        <a:bodyPr/>
        <a:lstStyle/>
        <a:p>
          <a:endParaRPr lang="zh-CN" altLang="en-US"/>
        </a:p>
      </dgm:t>
    </dgm:pt>
    <dgm:pt modelId="{36C60788-465B-4DB6-9201-EEC4E86DCDC8}" type="pres">
      <dgm:prSet presAssocID="{D8476EAC-221A-47FB-A364-E095E8CF2A07}" presName="hierRoot2" presStyleCnt="0">
        <dgm:presLayoutVars>
          <dgm:hierBranch val="init"/>
        </dgm:presLayoutVars>
      </dgm:prSet>
      <dgm:spPr/>
    </dgm:pt>
    <dgm:pt modelId="{2D9C1E94-5CA6-4CCE-8383-2B1B49C84685}" type="pres">
      <dgm:prSet presAssocID="{D8476EAC-221A-47FB-A364-E095E8CF2A07}" presName="rootComposite" presStyleCnt="0"/>
      <dgm:spPr/>
    </dgm:pt>
    <dgm:pt modelId="{DC1D9C6D-A9DA-4AEC-BBCB-49FE3170DC2C}" type="pres">
      <dgm:prSet presAssocID="{D8476EAC-221A-47FB-A364-E095E8CF2A07}" presName="rootText" presStyleLbl="node3" presStyleIdx="0" presStyleCnt="7" custScaleX="179261" custScaleY="135117" custLinFactX="-3693" custLinFactNeighborX="-100000" custLinFactNeighborY="5040">
        <dgm:presLayoutVars>
          <dgm:chPref val="3"/>
        </dgm:presLayoutVars>
      </dgm:prSet>
      <dgm:spPr/>
      <dgm:t>
        <a:bodyPr/>
        <a:lstStyle/>
        <a:p>
          <a:endParaRPr lang="zh-CN" altLang="en-US"/>
        </a:p>
      </dgm:t>
    </dgm:pt>
    <dgm:pt modelId="{368AE3A3-EA4C-41EF-A013-609089637C00}" type="pres">
      <dgm:prSet presAssocID="{D8476EAC-221A-47FB-A364-E095E8CF2A07}" presName="rootConnector" presStyleLbl="node3" presStyleIdx="0" presStyleCnt="7"/>
      <dgm:spPr/>
      <dgm:t>
        <a:bodyPr/>
        <a:lstStyle/>
        <a:p>
          <a:endParaRPr lang="zh-CN" altLang="en-US"/>
        </a:p>
      </dgm:t>
    </dgm:pt>
    <dgm:pt modelId="{9D5EC6D9-B59F-4391-98DB-F1C151C2438A}" type="pres">
      <dgm:prSet presAssocID="{D8476EAC-221A-47FB-A364-E095E8CF2A07}" presName="hierChild4" presStyleCnt="0"/>
      <dgm:spPr/>
    </dgm:pt>
    <dgm:pt modelId="{ABDB221C-5BEC-40F4-8F0D-32BADD893C89}" type="pres">
      <dgm:prSet presAssocID="{D8476EAC-221A-47FB-A364-E095E8CF2A07}" presName="hierChild5" presStyleCnt="0"/>
      <dgm:spPr/>
    </dgm:pt>
    <dgm:pt modelId="{98B7BFEB-3BDA-49E7-B508-787C66DFDA97}" type="pres">
      <dgm:prSet presAssocID="{B374C7CF-E1F8-4300-A22F-6E54A573ECBA}" presName="Name37" presStyleLbl="parChTrans1D3" presStyleIdx="1" presStyleCnt="7"/>
      <dgm:spPr/>
      <dgm:t>
        <a:bodyPr/>
        <a:lstStyle/>
        <a:p>
          <a:endParaRPr lang="zh-CN" altLang="en-US"/>
        </a:p>
      </dgm:t>
    </dgm:pt>
    <dgm:pt modelId="{604E1AAA-2486-4B14-B77D-AEDBF8357762}" type="pres">
      <dgm:prSet presAssocID="{2164DEA9-7FA1-42C7-897F-2892FA4FB802}" presName="hierRoot2" presStyleCnt="0">
        <dgm:presLayoutVars>
          <dgm:hierBranch val="init"/>
        </dgm:presLayoutVars>
      </dgm:prSet>
      <dgm:spPr/>
    </dgm:pt>
    <dgm:pt modelId="{51AFDE86-6154-44EC-9067-1EC74DFA5CD6}" type="pres">
      <dgm:prSet presAssocID="{2164DEA9-7FA1-42C7-897F-2892FA4FB802}" presName="rootComposite" presStyleCnt="0"/>
      <dgm:spPr/>
    </dgm:pt>
    <dgm:pt modelId="{2774E8E6-78EE-42E9-87F7-51158989743F}" type="pres">
      <dgm:prSet presAssocID="{2164DEA9-7FA1-42C7-897F-2892FA4FB802}" presName="rootText" presStyleLbl="node3" presStyleIdx="1" presStyleCnt="7" custScaleX="184597" custScaleY="124946" custLinFactX="-4609" custLinFactNeighborX="-100000" custLinFactNeighborY="10877">
        <dgm:presLayoutVars>
          <dgm:chPref val="3"/>
        </dgm:presLayoutVars>
      </dgm:prSet>
      <dgm:spPr/>
      <dgm:t>
        <a:bodyPr/>
        <a:lstStyle/>
        <a:p>
          <a:endParaRPr lang="zh-CN" altLang="en-US"/>
        </a:p>
      </dgm:t>
    </dgm:pt>
    <dgm:pt modelId="{644C2209-B25B-4B9A-A03B-E5F226793887}" type="pres">
      <dgm:prSet presAssocID="{2164DEA9-7FA1-42C7-897F-2892FA4FB802}" presName="rootConnector" presStyleLbl="node3" presStyleIdx="1" presStyleCnt="7"/>
      <dgm:spPr/>
      <dgm:t>
        <a:bodyPr/>
        <a:lstStyle/>
        <a:p>
          <a:endParaRPr lang="zh-CN" altLang="en-US"/>
        </a:p>
      </dgm:t>
    </dgm:pt>
    <dgm:pt modelId="{0B6B514B-7B63-492F-88F8-0AFED2519C0E}" type="pres">
      <dgm:prSet presAssocID="{2164DEA9-7FA1-42C7-897F-2892FA4FB802}" presName="hierChild4" presStyleCnt="0"/>
      <dgm:spPr/>
    </dgm:pt>
    <dgm:pt modelId="{591FC2B9-3F81-4832-A126-5184686CA678}" type="pres">
      <dgm:prSet presAssocID="{2164DEA9-7FA1-42C7-897F-2892FA4FB802}" presName="hierChild5" presStyleCnt="0"/>
      <dgm:spPr/>
    </dgm:pt>
    <dgm:pt modelId="{CCFC5C46-05E3-4F4E-9187-F05E306CA61D}" type="pres">
      <dgm:prSet presAssocID="{7FAAAE48-8281-480B-915E-0CFE31323B2C}" presName="Name37" presStyleLbl="parChTrans1D3" presStyleIdx="2" presStyleCnt="7"/>
      <dgm:spPr/>
      <dgm:t>
        <a:bodyPr/>
        <a:lstStyle/>
        <a:p>
          <a:endParaRPr lang="zh-CN" altLang="en-US"/>
        </a:p>
      </dgm:t>
    </dgm:pt>
    <dgm:pt modelId="{F71FCC37-CF2D-46F8-8C70-48F055096665}" type="pres">
      <dgm:prSet presAssocID="{8F15FC79-093D-4C8E-BA82-CC13E28A8B4F}" presName="hierRoot2" presStyleCnt="0">
        <dgm:presLayoutVars>
          <dgm:hierBranch val="init"/>
        </dgm:presLayoutVars>
      </dgm:prSet>
      <dgm:spPr/>
    </dgm:pt>
    <dgm:pt modelId="{9E13E852-10EE-4C05-A8BB-A00A1B61844B}" type="pres">
      <dgm:prSet presAssocID="{8F15FC79-093D-4C8E-BA82-CC13E28A8B4F}" presName="rootComposite" presStyleCnt="0"/>
      <dgm:spPr/>
    </dgm:pt>
    <dgm:pt modelId="{64C2BE8B-B0D7-42EB-B882-1ACF01C7873A}" type="pres">
      <dgm:prSet presAssocID="{8F15FC79-093D-4C8E-BA82-CC13E28A8B4F}" presName="rootText" presStyleLbl="node3" presStyleIdx="2" presStyleCnt="7" custScaleX="204505" custScaleY="112170" custLinFactX="-4956" custLinFactNeighborX="-100000" custLinFactNeighborY="35279">
        <dgm:presLayoutVars>
          <dgm:chPref val="3"/>
        </dgm:presLayoutVars>
      </dgm:prSet>
      <dgm:spPr/>
      <dgm:t>
        <a:bodyPr/>
        <a:lstStyle/>
        <a:p>
          <a:endParaRPr lang="zh-CN" altLang="en-US"/>
        </a:p>
      </dgm:t>
    </dgm:pt>
    <dgm:pt modelId="{E7B1FBE7-9431-45CA-9794-1CDFF595C763}" type="pres">
      <dgm:prSet presAssocID="{8F15FC79-093D-4C8E-BA82-CC13E28A8B4F}" presName="rootConnector" presStyleLbl="node3" presStyleIdx="2" presStyleCnt="7"/>
      <dgm:spPr/>
      <dgm:t>
        <a:bodyPr/>
        <a:lstStyle/>
        <a:p>
          <a:endParaRPr lang="zh-CN" altLang="en-US"/>
        </a:p>
      </dgm:t>
    </dgm:pt>
    <dgm:pt modelId="{2D2111AF-556A-4E8D-A646-77AD6E7419E9}" type="pres">
      <dgm:prSet presAssocID="{8F15FC79-093D-4C8E-BA82-CC13E28A8B4F}" presName="hierChild4" presStyleCnt="0"/>
      <dgm:spPr/>
    </dgm:pt>
    <dgm:pt modelId="{0F88306A-607A-47B6-BBF4-89D9EF920053}" type="pres">
      <dgm:prSet presAssocID="{8F15FC79-093D-4C8E-BA82-CC13E28A8B4F}" presName="hierChild5" presStyleCnt="0"/>
      <dgm:spPr/>
    </dgm:pt>
    <dgm:pt modelId="{D7077471-DE77-4A06-8B41-09E13554A5E4}" type="pres">
      <dgm:prSet presAssocID="{C3D53F30-BF89-415A-AB4F-604FE5CCEDEB}" presName="hierChild5" presStyleCnt="0"/>
      <dgm:spPr/>
    </dgm:pt>
    <dgm:pt modelId="{C4A5953D-D631-42AD-AC88-B81FF24D9106}" type="pres">
      <dgm:prSet presAssocID="{258C902B-7058-48CF-8788-59756CD83D8F}" presName="Name37" presStyleLbl="parChTrans1D2" presStyleIdx="1" presStyleCnt="2"/>
      <dgm:spPr/>
      <dgm:t>
        <a:bodyPr/>
        <a:lstStyle/>
        <a:p>
          <a:endParaRPr lang="zh-CN" altLang="en-US"/>
        </a:p>
      </dgm:t>
    </dgm:pt>
    <dgm:pt modelId="{0DA71AE3-ADDF-435F-A99D-29F87D062397}" type="pres">
      <dgm:prSet presAssocID="{1798FB66-E871-4257-8A3E-DB884ED6232C}" presName="hierRoot2" presStyleCnt="0">
        <dgm:presLayoutVars>
          <dgm:hierBranch val="init"/>
        </dgm:presLayoutVars>
      </dgm:prSet>
      <dgm:spPr/>
    </dgm:pt>
    <dgm:pt modelId="{33667F1B-9DBB-4F19-BE09-FDDAC2197146}" type="pres">
      <dgm:prSet presAssocID="{1798FB66-E871-4257-8A3E-DB884ED6232C}" presName="rootComposite" presStyleCnt="0"/>
      <dgm:spPr/>
    </dgm:pt>
    <dgm:pt modelId="{8E0D38B2-3830-4088-8053-5E68CE0368B2}" type="pres">
      <dgm:prSet presAssocID="{1798FB66-E871-4257-8A3E-DB884ED6232C}" presName="rootText" presStyleLbl="node2" presStyleIdx="1" presStyleCnt="2" custScaleX="195549" custLinFactNeighborX="-14808" custLinFactNeighborY="865">
        <dgm:presLayoutVars>
          <dgm:chPref val="3"/>
        </dgm:presLayoutVars>
      </dgm:prSet>
      <dgm:spPr/>
      <dgm:t>
        <a:bodyPr/>
        <a:lstStyle/>
        <a:p>
          <a:endParaRPr lang="zh-CN" altLang="en-US"/>
        </a:p>
      </dgm:t>
    </dgm:pt>
    <dgm:pt modelId="{D5CCF0A6-BFFE-400B-92A1-014D05171794}" type="pres">
      <dgm:prSet presAssocID="{1798FB66-E871-4257-8A3E-DB884ED6232C}" presName="rootConnector" presStyleLbl="node2" presStyleIdx="1" presStyleCnt="2"/>
      <dgm:spPr/>
      <dgm:t>
        <a:bodyPr/>
        <a:lstStyle/>
        <a:p>
          <a:endParaRPr lang="zh-CN" altLang="en-US"/>
        </a:p>
      </dgm:t>
    </dgm:pt>
    <dgm:pt modelId="{5C984116-A437-407A-8291-AFD148D8CA35}" type="pres">
      <dgm:prSet presAssocID="{1798FB66-E871-4257-8A3E-DB884ED6232C}" presName="hierChild4" presStyleCnt="0"/>
      <dgm:spPr/>
    </dgm:pt>
    <dgm:pt modelId="{06986F89-FC6D-4360-92EA-7CD5A6D3AA03}" type="pres">
      <dgm:prSet presAssocID="{86BC67C1-79E0-4FD9-977B-8CC8CD4E55D7}" presName="Name37" presStyleLbl="parChTrans1D3" presStyleIdx="3" presStyleCnt="7"/>
      <dgm:spPr/>
      <dgm:t>
        <a:bodyPr/>
        <a:lstStyle/>
        <a:p>
          <a:endParaRPr lang="zh-CN" altLang="en-US"/>
        </a:p>
      </dgm:t>
    </dgm:pt>
    <dgm:pt modelId="{86E51272-8175-45D5-A436-A72960CFBB47}" type="pres">
      <dgm:prSet presAssocID="{C22272F1-95CB-42DE-9BE7-77647E945B57}" presName="hierRoot2" presStyleCnt="0">
        <dgm:presLayoutVars>
          <dgm:hierBranch val="init"/>
        </dgm:presLayoutVars>
      </dgm:prSet>
      <dgm:spPr/>
    </dgm:pt>
    <dgm:pt modelId="{9BEDC517-C6D1-41AB-9FB6-7EC281541B2B}" type="pres">
      <dgm:prSet presAssocID="{C22272F1-95CB-42DE-9BE7-77647E945B57}" presName="rootComposite" presStyleCnt="0"/>
      <dgm:spPr/>
    </dgm:pt>
    <dgm:pt modelId="{2C402BFB-11D2-4376-AEC5-114B661C65C0}" type="pres">
      <dgm:prSet presAssocID="{C22272F1-95CB-42DE-9BE7-77647E945B57}" presName="rootText" presStyleLbl="node3" presStyleIdx="3" presStyleCnt="7" custScaleX="203106" custScaleY="80324" custLinFactNeighborX="128" custLinFactNeighborY="-23384">
        <dgm:presLayoutVars>
          <dgm:chPref val="3"/>
        </dgm:presLayoutVars>
      </dgm:prSet>
      <dgm:spPr/>
      <dgm:t>
        <a:bodyPr/>
        <a:lstStyle/>
        <a:p>
          <a:endParaRPr lang="zh-CN" altLang="en-US"/>
        </a:p>
      </dgm:t>
    </dgm:pt>
    <dgm:pt modelId="{C679A027-FEE4-4959-AE01-418EDA4F144A}" type="pres">
      <dgm:prSet presAssocID="{C22272F1-95CB-42DE-9BE7-77647E945B57}" presName="rootConnector" presStyleLbl="node3" presStyleIdx="3" presStyleCnt="7"/>
      <dgm:spPr/>
      <dgm:t>
        <a:bodyPr/>
        <a:lstStyle/>
        <a:p>
          <a:endParaRPr lang="zh-CN" altLang="en-US"/>
        </a:p>
      </dgm:t>
    </dgm:pt>
    <dgm:pt modelId="{AC63CD16-4FFB-498F-84D8-52FC16DDE84A}" type="pres">
      <dgm:prSet presAssocID="{C22272F1-95CB-42DE-9BE7-77647E945B57}" presName="hierChild4" presStyleCnt="0"/>
      <dgm:spPr/>
    </dgm:pt>
    <dgm:pt modelId="{66AC1218-0CE8-4F11-B458-03930D21E3E2}" type="pres">
      <dgm:prSet presAssocID="{C22272F1-95CB-42DE-9BE7-77647E945B57}" presName="hierChild5" presStyleCnt="0"/>
      <dgm:spPr/>
    </dgm:pt>
    <dgm:pt modelId="{191DF1A9-7CDF-488D-8398-396A6C94C900}" type="pres">
      <dgm:prSet presAssocID="{3C5483B9-83A0-4314-BF02-7076A3D5FCF2}" presName="Name37" presStyleLbl="parChTrans1D3" presStyleIdx="4" presStyleCnt="7"/>
      <dgm:spPr/>
      <dgm:t>
        <a:bodyPr/>
        <a:lstStyle/>
        <a:p>
          <a:endParaRPr lang="zh-CN" altLang="en-US"/>
        </a:p>
      </dgm:t>
    </dgm:pt>
    <dgm:pt modelId="{B4847D83-E09C-49DB-99B1-E57B4BA5ECE3}" type="pres">
      <dgm:prSet presAssocID="{7774F3B9-F6A4-4B5B-92EB-33BB57D07054}" presName="hierRoot2" presStyleCnt="0">
        <dgm:presLayoutVars>
          <dgm:hierBranch val="init"/>
        </dgm:presLayoutVars>
      </dgm:prSet>
      <dgm:spPr/>
    </dgm:pt>
    <dgm:pt modelId="{6D6394C3-9F80-4EA8-8D6D-A027FBF4A9A4}" type="pres">
      <dgm:prSet presAssocID="{7774F3B9-F6A4-4B5B-92EB-33BB57D07054}" presName="rootComposite" presStyleCnt="0"/>
      <dgm:spPr/>
    </dgm:pt>
    <dgm:pt modelId="{C3B62A36-5A96-4DE9-AA9C-B4D5F43EA1FA}" type="pres">
      <dgm:prSet presAssocID="{7774F3B9-F6A4-4B5B-92EB-33BB57D07054}" presName="rootText" presStyleLbl="node3" presStyleIdx="4" presStyleCnt="7" custScaleX="277546" custScaleY="170508" custLinFactNeighborX="-5526" custLinFactNeighborY="-18045">
        <dgm:presLayoutVars>
          <dgm:chPref val="3"/>
        </dgm:presLayoutVars>
      </dgm:prSet>
      <dgm:spPr/>
      <dgm:t>
        <a:bodyPr/>
        <a:lstStyle/>
        <a:p>
          <a:endParaRPr lang="zh-CN" altLang="en-US"/>
        </a:p>
      </dgm:t>
    </dgm:pt>
    <dgm:pt modelId="{30AD12E4-C63D-41BF-A317-841B3799D7C4}" type="pres">
      <dgm:prSet presAssocID="{7774F3B9-F6A4-4B5B-92EB-33BB57D07054}" presName="rootConnector" presStyleLbl="node3" presStyleIdx="4" presStyleCnt="7"/>
      <dgm:spPr/>
      <dgm:t>
        <a:bodyPr/>
        <a:lstStyle/>
        <a:p>
          <a:endParaRPr lang="zh-CN" altLang="en-US"/>
        </a:p>
      </dgm:t>
    </dgm:pt>
    <dgm:pt modelId="{9E9FF8A8-93FC-4979-87D8-757B27CD0FD9}" type="pres">
      <dgm:prSet presAssocID="{7774F3B9-F6A4-4B5B-92EB-33BB57D07054}" presName="hierChild4" presStyleCnt="0"/>
      <dgm:spPr/>
    </dgm:pt>
    <dgm:pt modelId="{C98B592F-AB95-4EA0-B54D-4C2002E478BC}" type="pres">
      <dgm:prSet presAssocID="{7774F3B9-F6A4-4B5B-92EB-33BB57D07054}" presName="hierChild5" presStyleCnt="0"/>
      <dgm:spPr/>
    </dgm:pt>
    <dgm:pt modelId="{6F72E81D-A3B6-46C1-9C0A-E94EE732F2ED}" type="pres">
      <dgm:prSet presAssocID="{36F3B505-0D38-41F0-9D68-5053D8212345}" presName="Name37" presStyleLbl="parChTrans1D3" presStyleIdx="5" presStyleCnt="7"/>
      <dgm:spPr/>
      <dgm:t>
        <a:bodyPr/>
        <a:lstStyle/>
        <a:p>
          <a:endParaRPr lang="zh-CN" altLang="en-US"/>
        </a:p>
      </dgm:t>
    </dgm:pt>
    <dgm:pt modelId="{698EBB47-FAD4-4F31-9F6E-039534127BA3}" type="pres">
      <dgm:prSet presAssocID="{6EC56E0B-5428-478A-81FB-C246159EBDBC}" presName="hierRoot2" presStyleCnt="0">
        <dgm:presLayoutVars>
          <dgm:hierBranch val="init"/>
        </dgm:presLayoutVars>
      </dgm:prSet>
      <dgm:spPr/>
    </dgm:pt>
    <dgm:pt modelId="{A2EEEEDE-B126-49B9-9BA7-3E86178817F3}" type="pres">
      <dgm:prSet presAssocID="{6EC56E0B-5428-478A-81FB-C246159EBDBC}" presName="rootComposite" presStyleCnt="0"/>
      <dgm:spPr/>
    </dgm:pt>
    <dgm:pt modelId="{2BA5FB18-6CB1-478D-B23A-A0E918CDAC10}" type="pres">
      <dgm:prSet presAssocID="{6EC56E0B-5428-478A-81FB-C246159EBDBC}" presName="rootText" presStyleLbl="node3" presStyleIdx="5" presStyleCnt="7" custScaleX="252099" custScaleY="76490" custLinFactNeighborX="-5526" custLinFactNeighborY="-15063">
        <dgm:presLayoutVars>
          <dgm:chPref val="3"/>
        </dgm:presLayoutVars>
      </dgm:prSet>
      <dgm:spPr/>
      <dgm:t>
        <a:bodyPr/>
        <a:lstStyle/>
        <a:p>
          <a:endParaRPr lang="zh-CN" altLang="en-US"/>
        </a:p>
      </dgm:t>
    </dgm:pt>
    <dgm:pt modelId="{3861656E-2321-42D6-AB41-097A77D1FB34}" type="pres">
      <dgm:prSet presAssocID="{6EC56E0B-5428-478A-81FB-C246159EBDBC}" presName="rootConnector" presStyleLbl="node3" presStyleIdx="5" presStyleCnt="7"/>
      <dgm:spPr/>
      <dgm:t>
        <a:bodyPr/>
        <a:lstStyle/>
        <a:p>
          <a:endParaRPr lang="zh-CN" altLang="en-US"/>
        </a:p>
      </dgm:t>
    </dgm:pt>
    <dgm:pt modelId="{BC773C57-995D-42C6-A6BA-574EFDC4C48C}" type="pres">
      <dgm:prSet presAssocID="{6EC56E0B-5428-478A-81FB-C246159EBDBC}" presName="hierChild4" presStyleCnt="0"/>
      <dgm:spPr/>
    </dgm:pt>
    <dgm:pt modelId="{6905655A-06B9-4D57-A2D2-8C02E79385DF}" type="pres">
      <dgm:prSet presAssocID="{6EC56E0B-5428-478A-81FB-C246159EBDBC}" presName="hierChild5" presStyleCnt="0"/>
      <dgm:spPr/>
    </dgm:pt>
    <dgm:pt modelId="{0323F303-CE28-4468-8F9D-76CBDC7A439C}" type="pres">
      <dgm:prSet presAssocID="{A4ED4A24-4311-48CC-8C03-13852B83C463}" presName="Name37" presStyleLbl="parChTrans1D3" presStyleIdx="6" presStyleCnt="7"/>
      <dgm:spPr/>
      <dgm:t>
        <a:bodyPr/>
        <a:lstStyle/>
        <a:p>
          <a:endParaRPr lang="zh-CN" altLang="en-US"/>
        </a:p>
      </dgm:t>
    </dgm:pt>
    <dgm:pt modelId="{C821D23F-2D98-41A0-B085-AA13A168A7D5}" type="pres">
      <dgm:prSet presAssocID="{28CD0D95-6184-45D5-9376-05C494E24070}" presName="hierRoot2" presStyleCnt="0">
        <dgm:presLayoutVars>
          <dgm:hierBranch val="init"/>
        </dgm:presLayoutVars>
      </dgm:prSet>
      <dgm:spPr/>
    </dgm:pt>
    <dgm:pt modelId="{0F9DD1D8-F4AE-4E84-9F82-1139459C35B4}" type="pres">
      <dgm:prSet presAssocID="{28CD0D95-6184-45D5-9376-05C494E24070}" presName="rootComposite" presStyleCnt="0"/>
      <dgm:spPr/>
    </dgm:pt>
    <dgm:pt modelId="{BAFF1E4E-C063-4579-BF53-49FEB2E159B2}" type="pres">
      <dgm:prSet presAssocID="{28CD0D95-6184-45D5-9376-05C494E24070}" presName="rootText" presStyleLbl="node3" presStyleIdx="6" presStyleCnt="7" custScaleX="264086" custScaleY="69402" custLinFactNeighborX="-5526" custLinFactNeighborY="-32175">
        <dgm:presLayoutVars>
          <dgm:chPref val="3"/>
        </dgm:presLayoutVars>
      </dgm:prSet>
      <dgm:spPr/>
      <dgm:t>
        <a:bodyPr/>
        <a:lstStyle/>
        <a:p>
          <a:endParaRPr lang="zh-CN" altLang="en-US"/>
        </a:p>
      </dgm:t>
    </dgm:pt>
    <dgm:pt modelId="{E80C7C54-2783-48F2-9535-50BC6BFA1907}" type="pres">
      <dgm:prSet presAssocID="{28CD0D95-6184-45D5-9376-05C494E24070}" presName="rootConnector" presStyleLbl="node3" presStyleIdx="6" presStyleCnt="7"/>
      <dgm:spPr/>
      <dgm:t>
        <a:bodyPr/>
        <a:lstStyle/>
        <a:p>
          <a:endParaRPr lang="zh-CN" altLang="en-US"/>
        </a:p>
      </dgm:t>
    </dgm:pt>
    <dgm:pt modelId="{D5313768-3DFE-4E4B-A18A-4B747A5D9E27}" type="pres">
      <dgm:prSet presAssocID="{28CD0D95-6184-45D5-9376-05C494E24070}" presName="hierChild4" presStyleCnt="0"/>
      <dgm:spPr/>
    </dgm:pt>
    <dgm:pt modelId="{0A5ED0FE-47FF-4912-B45A-D1B98409BBC9}" type="pres">
      <dgm:prSet presAssocID="{28CD0D95-6184-45D5-9376-05C494E24070}" presName="hierChild5" presStyleCnt="0"/>
      <dgm:spPr/>
    </dgm:pt>
    <dgm:pt modelId="{A9B8AE4D-6B6A-4D9A-9E27-89AD09EB9A56}" type="pres">
      <dgm:prSet presAssocID="{1798FB66-E871-4257-8A3E-DB884ED6232C}" presName="hierChild5" presStyleCnt="0"/>
      <dgm:spPr/>
    </dgm:pt>
    <dgm:pt modelId="{F539821A-9D94-42D1-A0F6-B5D1E6A08C24}" type="pres">
      <dgm:prSet presAssocID="{8991DAA6-20CE-4427-8C06-C46C050EF286}" presName="hierChild3" presStyleCnt="0"/>
      <dgm:spPr/>
    </dgm:pt>
  </dgm:ptLst>
  <dgm:cxnLst>
    <dgm:cxn modelId="{14DFE78A-9BDA-4D0C-B25C-9C714594EDA7}" srcId="{1798FB66-E871-4257-8A3E-DB884ED6232C}" destId="{28CD0D95-6184-45D5-9376-05C494E24070}" srcOrd="3" destOrd="0" parTransId="{A4ED4A24-4311-48CC-8C03-13852B83C463}" sibTransId="{F6845A3E-878C-4CCD-933B-613F6CC76D52}"/>
    <dgm:cxn modelId="{F4927797-86AC-4734-8F6C-7A3DA56FE6AC}" srcId="{C3D53F30-BF89-415A-AB4F-604FE5CCEDEB}" destId="{2164DEA9-7FA1-42C7-897F-2892FA4FB802}" srcOrd="1" destOrd="0" parTransId="{B374C7CF-E1F8-4300-A22F-6E54A573ECBA}" sibTransId="{6F9EF017-8A3D-4EAE-8C3A-7AED8F68B685}"/>
    <dgm:cxn modelId="{42080B3F-945C-4FC1-8CD4-81EFAF5B85F1}" srcId="{C3D53F30-BF89-415A-AB4F-604FE5CCEDEB}" destId="{8F15FC79-093D-4C8E-BA82-CC13E28A8B4F}" srcOrd="2" destOrd="0" parTransId="{7FAAAE48-8281-480B-915E-0CFE31323B2C}" sibTransId="{C27A088C-D7E2-4000-AE28-8D233C25B77D}"/>
    <dgm:cxn modelId="{8301E794-8AC2-4DCD-A15F-E6EE8EE571E8}" type="presOf" srcId="{7774F3B9-F6A4-4B5B-92EB-33BB57D07054}" destId="{C3B62A36-5A96-4DE9-AA9C-B4D5F43EA1FA}" srcOrd="0" destOrd="0" presId="urn:microsoft.com/office/officeart/2005/8/layout/orgChart1"/>
    <dgm:cxn modelId="{89E9F3AA-E85F-4698-9E1F-E922ED9AD498}" type="presOf" srcId="{AECDEE23-ABE7-40A0-844F-CDFF6FDB8505}" destId="{3381FF35-D55B-4188-94F2-D988A8C38E8A}" srcOrd="0" destOrd="0" presId="urn:microsoft.com/office/officeart/2005/8/layout/orgChart1"/>
    <dgm:cxn modelId="{FE673A00-8685-4191-B2BE-2CFCFD16066C}" type="presOf" srcId="{7774F3B9-F6A4-4B5B-92EB-33BB57D07054}" destId="{30AD12E4-C63D-41BF-A317-841B3799D7C4}" srcOrd="1" destOrd="0" presId="urn:microsoft.com/office/officeart/2005/8/layout/orgChart1"/>
    <dgm:cxn modelId="{96999741-E163-4ED4-82E1-67FC86787013}" type="presOf" srcId="{2164DEA9-7FA1-42C7-897F-2892FA4FB802}" destId="{644C2209-B25B-4B9A-A03B-E5F226793887}" srcOrd="1" destOrd="0" presId="urn:microsoft.com/office/officeart/2005/8/layout/orgChart1"/>
    <dgm:cxn modelId="{211EBF10-3FDA-4871-85A4-78F5D3999779}" type="presOf" srcId="{1798FB66-E871-4257-8A3E-DB884ED6232C}" destId="{D5CCF0A6-BFFE-400B-92A1-014D05171794}" srcOrd="1" destOrd="0" presId="urn:microsoft.com/office/officeart/2005/8/layout/orgChart1"/>
    <dgm:cxn modelId="{2E29D551-B14E-4A92-8253-BC5FDDF5286A}" type="presOf" srcId="{B374C7CF-E1F8-4300-A22F-6E54A573ECBA}" destId="{98B7BFEB-3BDA-49E7-B508-787C66DFDA97}" srcOrd="0" destOrd="0" presId="urn:microsoft.com/office/officeart/2005/8/layout/orgChart1"/>
    <dgm:cxn modelId="{B67B797A-7B8E-4C4C-B61A-F33FEDA27675}" type="presOf" srcId="{C22272F1-95CB-42DE-9BE7-77647E945B57}" destId="{2C402BFB-11D2-4376-AEC5-114B661C65C0}" srcOrd="0" destOrd="0" presId="urn:microsoft.com/office/officeart/2005/8/layout/orgChart1"/>
    <dgm:cxn modelId="{E46EA7E0-9585-4F6F-9544-3DF2AB02782A}" type="presOf" srcId="{A4ED4A24-4311-48CC-8C03-13852B83C463}" destId="{0323F303-CE28-4468-8F9D-76CBDC7A439C}" srcOrd="0" destOrd="0" presId="urn:microsoft.com/office/officeart/2005/8/layout/orgChart1"/>
    <dgm:cxn modelId="{A1625BCA-8F9B-40E6-AEF5-70B966E51111}" type="presOf" srcId="{B3D3BC95-18DC-4027-ACC1-787B08906751}" destId="{32B9C271-DFD0-45FF-86E1-E077CABA3893}" srcOrd="0" destOrd="0" presId="urn:microsoft.com/office/officeart/2005/8/layout/orgChart1"/>
    <dgm:cxn modelId="{660021A8-D2AC-4FDC-92E8-3FC443982ED1}" type="presOf" srcId="{6EC56E0B-5428-478A-81FB-C246159EBDBC}" destId="{2BA5FB18-6CB1-478D-B23A-A0E918CDAC10}" srcOrd="0" destOrd="0" presId="urn:microsoft.com/office/officeart/2005/8/layout/orgChart1"/>
    <dgm:cxn modelId="{80884F58-A910-4430-ADD7-968B9266A31A}" type="presOf" srcId="{C3D53F30-BF89-415A-AB4F-604FE5CCEDEB}" destId="{42A1A746-385B-406A-9035-8DAFD00C6813}" srcOrd="0" destOrd="0" presId="urn:microsoft.com/office/officeart/2005/8/layout/orgChart1"/>
    <dgm:cxn modelId="{ABC135CD-D551-4C78-ADD4-D3598A270A8A}" type="presOf" srcId="{7FAAAE48-8281-480B-915E-0CFE31323B2C}" destId="{CCFC5C46-05E3-4F4E-9187-F05E306CA61D}" srcOrd="0" destOrd="0" presId="urn:microsoft.com/office/officeart/2005/8/layout/orgChart1"/>
    <dgm:cxn modelId="{847C9266-611F-4A4A-A15E-9FE3299CABA0}" srcId="{1798FB66-E871-4257-8A3E-DB884ED6232C}" destId="{6EC56E0B-5428-478A-81FB-C246159EBDBC}" srcOrd="2" destOrd="0" parTransId="{36F3B505-0D38-41F0-9D68-5053D8212345}" sibTransId="{BC439559-148E-42E1-B4B8-453908079144}"/>
    <dgm:cxn modelId="{67E611A9-4693-4326-BAA9-ADD4E8626F12}" srcId="{B3D3BC95-18DC-4027-ACC1-787B08906751}" destId="{8991DAA6-20CE-4427-8C06-C46C050EF286}" srcOrd="0" destOrd="0" parTransId="{0E1BC23B-9540-4C77-8833-79A340F7076F}" sibTransId="{80896A96-0B8A-402D-8D5D-8AAB7D903656}"/>
    <dgm:cxn modelId="{35F617EF-C012-48BF-B7E8-E370BE2EA171}" type="presOf" srcId="{C22272F1-95CB-42DE-9BE7-77647E945B57}" destId="{C679A027-FEE4-4959-AE01-418EDA4F144A}" srcOrd="1" destOrd="0" presId="urn:microsoft.com/office/officeart/2005/8/layout/orgChart1"/>
    <dgm:cxn modelId="{277494F6-68B3-491E-9670-B2F3DA0D7A75}" type="presOf" srcId="{91860412-677B-4D5E-A259-065B17B2C86D}" destId="{6D44581E-530F-49CA-89A1-AC5CFBF480C3}" srcOrd="0" destOrd="0" presId="urn:microsoft.com/office/officeart/2005/8/layout/orgChart1"/>
    <dgm:cxn modelId="{016A2DA2-4958-4D1D-8452-9B9C2C650031}" type="presOf" srcId="{8F15FC79-093D-4C8E-BA82-CC13E28A8B4F}" destId="{E7B1FBE7-9431-45CA-9794-1CDFF595C763}" srcOrd="1" destOrd="0" presId="urn:microsoft.com/office/officeart/2005/8/layout/orgChart1"/>
    <dgm:cxn modelId="{31DBA7EF-E447-4304-9D0F-E5A251E9DB63}" type="presOf" srcId="{8F15FC79-093D-4C8E-BA82-CC13E28A8B4F}" destId="{64C2BE8B-B0D7-42EB-B882-1ACF01C7873A}" srcOrd="0" destOrd="0" presId="urn:microsoft.com/office/officeart/2005/8/layout/orgChart1"/>
    <dgm:cxn modelId="{1AF0F2C1-F63F-4DDD-BAAA-E57C78068772}" type="presOf" srcId="{6EC56E0B-5428-478A-81FB-C246159EBDBC}" destId="{3861656E-2321-42D6-AB41-097A77D1FB34}" srcOrd="1" destOrd="0" presId="urn:microsoft.com/office/officeart/2005/8/layout/orgChart1"/>
    <dgm:cxn modelId="{E592579A-C9B4-4EF9-A863-28CF10C41689}" type="presOf" srcId="{8991DAA6-20CE-4427-8C06-C46C050EF286}" destId="{9442C564-07DC-4860-8FAD-AE91E954E649}" srcOrd="0" destOrd="0" presId="urn:microsoft.com/office/officeart/2005/8/layout/orgChart1"/>
    <dgm:cxn modelId="{931FD192-C888-40CC-A2C1-E3CDC9E8DE23}" srcId="{1798FB66-E871-4257-8A3E-DB884ED6232C}" destId="{C22272F1-95CB-42DE-9BE7-77647E945B57}" srcOrd="0" destOrd="0" parTransId="{86BC67C1-79E0-4FD9-977B-8CC8CD4E55D7}" sibTransId="{54A269B3-9B33-4744-9053-43B302046958}"/>
    <dgm:cxn modelId="{BF67520E-D286-4DFD-9AD0-090808204469}" srcId="{8991DAA6-20CE-4427-8C06-C46C050EF286}" destId="{C3D53F30-BF89-415A-AB4F-604FE5CCEDEB}" srcOrd="0" destOrd="0" parTransId="{91860412-677B-4D5E-A259-065B17B2C86D}" sibTransId="{4CFFFCEF-674E-4D74-B1D8-7BFD0BBD361F}"/>
    <dgm:cxn modelId="{65286DAE-7AFB-42E9-BDC7-97B6A06A4B79}" type="presOf" srcId="{28CD0D95-6184-45D5-9376-05C494E24070}" destId="{E80C7C54-2783-48F2-9535-50BC6BFA1907}" srcOrd="1" destOrd="0" presId="urn:microsoft.com/office/officeart/2005/8/layout/orgChart1"/>
    <dgm:cxn modelId="{C023D613-F220-4736-95C2-2CF46DE042DB}" srcId="{8991DAA6-20CE-4427-8C06-C46C050EF286}" destId="{1798FB66-E871-4257-8A3E-DB884ED6232C}" srcOrd="1" destOrd="0" parTransId="{258C902B-7058-48CF-8788-59756CD83D8F}" sibTransId="{86DC136A-E229-4100-9A41-EAE5AA2B7A05}"/>
    <dgm:cxn modelId="{A43BC1BD-770B-4130-8E70-12DF902BDF89}" type="presOf" srcId="{36F3B505-0D38-41F0-9D68-5053D8212345}" destId="{6F72E81D-A3B6-46C1-9C0A-E94EE732F2ED}" srcOrd="0" destOrd="0" presId="urn:microsoft.com/office/officeart/2005/8/layout/orgChart1"/>
    <dgm:cxn modelId="{F5689DCA-DDE5-4451-AE34-FCFFDD0ED8CD}" type="presOf" srcId="{D8476EAC-221A-47FB-A364-E095E8CF2A07}" destId="{DC1D9C6D-A9DA-4AEC-BBCB-49FE3170DC2C}" srcOrd="0" destOrd="0" presId="urn:microsoft.com/office/officeart/2005/8/layout/orgChart1"/>
    <dgm:cxn modelId="{B61905B9-39E9-45AA-B73E-2E7E877925C6}" type="presOf" srcId="{C3D53F30-BF89-415A-AB4F-604FE5CCEDEB}" destId="{547A17B0-743F-4BF3-8D9D-C9F045196C90}" srcOrd="1" destOrd="0" presId="urn:microsoft.com/office/officeart/2005/8/layout/orgChart1"/>
    <dgm:cxn modelId="{9066D514-B593-4EEA-A3D7-5F7997E0C0FC}" srcId="{C3D53F30-BF89-415A-AB4F-604FE5CCEDEB}" destId="{D8476EAC-221A-47FB-A364-E095E8CF2A07}" srcOrd="0" destOrd="0" parTransId="{AECDEE23-ABE7-40A0-844F-CDFF6FDB8505}" sibTransId="{91979E6E-BD48-4EEB-AC37-F6227059FD38}"/>
    <dgm:cxn modelId="{56C0D67D-A194-4321-9749-B7B4C064551A}" type="presOf" srcId="{D8476EAC-221A-47FB-A364-E095E8CF2A07}" destId="{368AE3A3-EA4C-41EF-A013-609089637C00}" srcOrd="1" destOrd="0" presId="urn:microsoft.com/office/officeart/2005/8/layout/orgChart1"/>
    <dgm:cxn modelId="{FF1399E1-0275-46D5-87CC-C9260B36E6DA}" type="presOf" srcId="{28CD0D95-6184-45D5-9376-05C494E24070}" destId="{BAFF1E4E-C063-4579-BF53-49FEB2E159B2}" srcOrd="0" destOrd="0" presId="urn:microsoft.com/office/officeart/2005/8/layout/orgChart1"/>
    <dgm:cxn modelId="{DE085A19-4F89-4CF0-9EFB-415818DAE5C1}" type="presOf" srcId="{2164DEA9-7FA1-42C7-897F-2892FA4FB802}" destId="{2774E8E6-78EE-42E9-87F7-51158989743F}" srcOrd="0" destOrd="0" presId="urn:microsoft.com/office/officeart/2005/8/layout/orgChart1"/>
    <dgm:cxn modelId="{2F7BE23E-D09B-45AD-B87A-974DCEAFBC50}" type="presOf" srcId="{86BC67C1-79E0-4FD9-977B-8CC8CD4E55D7}" destId="{06986F89-FC6D-4360-92EA-7CD5A6D3AA03}" srcOrd="0" destOrd="0" presId="urn:microsoft.com/office/officeart/2005/8/layout/orgChart1"/>
    <dgm:cxn modelId="{836A7AB1-B6D7-42C9-8F6A-974C06613C0E}" srcId="{1798FB66-E871-4257-8A3E-DB884ED6232C}" destId="{7774F3B9-F6A4-4B5B-92EB-33BB57D07054}" srcOrd="1" destOrd="0" parTransId="{3C5483B9-83A0-4314-BF02-7076A3D5FCF2}" sibTransId="{5283A1ED-25AA-4B60-B6FB-B6A40B802AD6}"/>
    <dgm:cxn modelId="{DDDD0970-4245-4747-ACD2-A4BED8C655E8}" type="presOf" srcId="{3C5483B9-83A0-4314-BF02-7076A3D5FCF2}" destId="{191DF1A9-7CDF-488D-8398-396A6C94C900}" srcOrd="0" destOrd="0" presId="urn:microsoft.com/office/officeart/2005/8/layout/orgChart1"/>
    <dgm:cxn modelId="{269107EA-20E6-4490-8A36-829163306521}" type="presOf" srcId="{1798FB66-E871-4257-8A3E-DB884ED6232C}" destId="{8E0D38B2-3830-4088-8053-5E68CE0368B2}" srcOrd="0" destOrd="0" presId="urn:microsoft.com/office/officeart/2005/8/layout/orgChart1"/>
    <dgm:cxn modelId="{BB814600-C163-47A7-A40F-380F11003B90}" type="presOf" srcId="{258C902B-7058-48CF-8788-59756CD83D8F}" destId="{C4A5953D-D631-42AD-AC88-B81FF24D9106}" srcOrd="0" destOrd="0" presId="urn:microsoft.com/office/officeart/2005/8/layout/orgChart1"/>
    <dgm:cxn modelId="{DC807B13-8890-466D-B435-8DFF5DB858E5}" type="presOf" srcId="{8991DAA6-20CE-4427-8C06-C46C050EF286}" destId="{AFC0F5A1-08D5-4380-A52A-FFA320A2A037}" srcOrd="1" destOrd="0" presId="urn:microsoft.com/office/officeart/2005/8/layout/orgChart1"/>
    <dgm:cxn modelId="{9B3144D0-6A45-4465-A985-36B7EDECCC54}" type="presParOf" srcId="{32B9C271-DFD0-45FF-86E1-E077CABA3893}" destId="{49E4918E-274F-414B-8F3C-46FEB9BB8333}" srcOrd="0" destOrd="0" presId="urn:microsoft.com/office/officeart/2005/8/layout/orgChart1"/>
    <dgm:cxn modelId="{8F12F44F-F420-4A2A-B679-BAC838A7BC20}" type="presParOf" srcId="{49E4918E-274F-414B-8F3C-46FEB9BB8333}" destId="{BEA677D6-920F-41A6-8C53-A8F5924A7990}" srcOrd="0" destOrd="0" presId="urn:microsoft.com/office/officeart/2005/8/layout/orgChart1"/>
    <dgm:cxn modelId="{C069B993-8036-4A8F-9159-C409C6AD0AA9}" type="presParOf" srcId="{BEA677D6-920F-41A6-8C53-A8F5924A7990}" destId="{9442C564-07DC-4860-8FAD-AE91E954E649}" srcOrd="0" destOrd="0" presId="urn:microsoft.com/office/officeart/2005/8/layout/orgChart1"/>
    <dgm:cxn modelId="{27F88F26-5528-42B5-B856-C066AC3B722F}" type="presParOf" srcId="{BEA677D6-920F-41A6-8C53-A8F5924A7990}" destId="{AFC0F5A1-08D5-4380-A52A-FFA320A2A037}" srcOrd="1" destOrd="0" presId="urn:microsoft.com/office/officeart/2005/8/layout/orgChart1"/>
    <dgm:cxn modelId="{3F52AEE6-E9B1-4EC2-ABC6-B896C5488769}" type="presParOf" srcId="{49E4918E-274F-414B-8F3C-46FEB9BB8333}" destId="{8EC73607-63AF-448F-89C6-68CC4DF4E039}" srcOrd="1" destOrd="0" presId="urn:microsoft.com/office/officeart/2005/8/layout/orgChart1"/>
    <dgm:cxn modelId="{21D0826E-13A7-4F4C-B688-FB68EAB07CDA}" type="presParOf" srcId="{8EC73607-63AF-448F-89C6-68CC4DF4E039}" destId="{6D44581E-530F-49CA-89A1-AC5CFBF480C3}" srcOrd="0" destOrd="0" presId="urn:microsoft.com/office/officeart/2005/8/layout/orgChart1"/>
    <dgm:cxn modelId="{224FE475-B008-4316-B585-E9396A3D806E}" type="presParOf" srcId="{8EC73607-63AF-448F-89C6-68CC4DF4E039}" destId="{5A4D6AAC-9D78-4604-928D-A4CD04EB0C02}" srcOrd="1" destOrd="0" presId="urn:microsoft.com/office/officeart/2005/8/layout/orgChart1"/>
    <dgm:cxn modelId="{66AFA23E-E97F-4293-A56D-C48EF7332CB1}" type="presParOf" srcId="{5A4D6AAC-9D78-4604-928D-A4CD04EB0C02}" destId="{19AC1507-244B-424F-87E2-B77CE95A884D}" srcOrd="0" destOrd="0" presId="urn:microsoft.com/office/officeart/2005/8/layout/orgChart1"/>
    <dgm:cxn modelId="{C3413C56-6B26-49EE-9008-E8ABD6E85129}" type="presParOf" srcId="{19AC1507-244B-424F-87E2-B77CE95A884D}" destId="{42A1A746-385B-406A-9035-8DAFD00C6813}" srcOrd="0" destOrd="0" presId="urn:microsoft.com/office/officeart/2005/8/layout/orgChart1"/>
    <dgm:cxn modelId="{4070F36E-46E8-418A-88EC-414C16E814FB}" type="presParOf" srcId="{19AC1507-244B-424F-87E2-B77CE95A884D}" destId="{547A17B0-743F-4BF3-8D9D-C9F045196C90}" srcOrd="1" destOrd="0" presId="urn:microsoft.com/office/officeart/2005/8/layout/orgChart1"/>
    <dgm:cxn modelId="{B897728B-01BE-493F-9EE6-CD30613D0AFE}" type="presParOf" srcId="{5A4D6AAC-9D78-4604-928D-A4CD04EB0C02}" destId="{C599281B-676F-4E81-9353-4CCD0430C864}" srcOrd="1" destOrd="0" presId="urn:microsoft.com/office/officeart/2005/8/layout/orgChart1"/>
    <dgm:cxn modelId="{5BDAEE8C-5085-4A4E-9B43-007A96928005}" type="presParOf" srcId="{C599281B-676F-4E81-9353-4CCD0430C864}" destId="{3381FF35-D55B-4188-94F2-D988A8C38E8A}" srcOrd="0" destOrd="0" presId="urn:microsoft.com/office/officeart/2005/8/layout/orgChart1"/>
    <dgm:cxn modelId="{D06909B2-589A-4340-BB22-6DF3DE4C1A9E}" type="presParOf" srcId="{C599281B-676F-4E81-9353-4CCD0430C864}" destId="{36C60788-465B-4DB6-9201-EEC4E86DCDC8}" srcOrd="1" destOrd="0" presId="urn:microsoft.com/office/officeart/2005/8/layout/orgChart1"/>
    <dgm:cxn modelId="{5D2ABC12-D2E1-4725-8258-478DF5B806CC}" type="presParOf" srcId="{36C60788-465B-4DB6-9201-EEC4E86DCDC8}" destId="{2D9C1E94-5CA6-4CCE-8383-2B1B49C84685}" srcOrd="0" destOrd="0" presId="urn:microsoft.com/office/officeart/2005/8/layout/orgChart1"/>
    <dgm:cxn modelId="{D9489CBE-BB1E-4328-989C-9D7E997C9655}" type="presParOf" srcId="{2D9C1E94-5CA6-4CCE-8383-2B1B49C84685}" destId="{DC1D9C6D-A9DA-4AEC-BBCB-49FE3170DC2C}" srcOrd="0" destOrd="0" presId="urn:microsoft.com/office/officeart/2005/8/layout/orgChart1"/>
    <dgm:cxn modelId="{477DE715-62CE-452E-9C21-AB5F864A16CF}" type="presParOf" srcId="{2D9C1E94-5CA6-4CCE-8383-2B1B49C84685}" destId="{368AE3A3-EA4C-41EF-A013-609089637C00}" srcOrd="1" destOrd="0" presId="urn:microsoft.com/office/officeart/2005/8/layout/orgChart1"/>
    <dgm:cxn modelId="{F620ED48-2D5D-43A1-B694-B7F741E83FC0}" type="presParOf" srcId="{36C60788-465B-4DB6-9201-EEC4E86DCDC8}" destId="{9D5EC6D9-B59F-4391-98DB-F1C151C2438A}" srcOrd="1" destOrd="0" presId="urn:microsoft.com/office/officeart/2005/8/layout/orgChart1"/>
    <dgm:cxn modelId="{194FBC1C-40FC-4878-B12A-1B3708E87E73}" type="presParOf" srcId="{36C60788-465B-4DB6-9201-EEC4E86DCDC8}" destId="{ABDB221C-5BEC-40F4-8F0D-32BADD893C89}" srcOrd="2" destOrd="0" presId="urn:microsoft.com/office/officeart/2005/8/layout/orgChart1"/>
    <dgm:cxn modelId="{2326E658-0537-40E8-96D4-22ECEDF6B4FE}" type="presParOf" srcId="{C599281B-676F-4E81-9353-4CCD0430C864}" destId="{98B7BFEB-3BDA-49E7-B508-787C66DFDA97}" srcOrd="2" destOrd="0" presId="urn:microsoft.com/office/officeart/2005/8/layout/orgChart1"/>
    <dgm:cxn modelId="{E7E44E85-ECA1-498E-B102-4532EF6354C2}" type="presParOf" srcId="{C599281B-676F-4E81-9353-4CCD0430C864}" destId="{604E1AAA-2486-4B14-B77D-AEDBF8357762}" srcOrd="3" destOrd="0" presId="urn:microsoft.com/office/officeart/2005/8/layout/orgChart1"/>
    <dgm:cxn modelId="{2812C8E2-848E-4893-B95D-D96A94FAC0B0}" type="presParOf" srcId="{604E1AAA-2486-4B14-B77D-AEDBF8357762}" destId="{51AFDE86-6154-44EC-9067-1EC74DFA5CD6}" srcOrd="0" destOrd="0" presId="urn:microsoft.com/office/officeart/2005/8/layout/orgChart1"/>
    <dgm:cxn modelId="{7AE3C3EB-2157-4EA1-8BEB-F66BC37ACE95}" type="presParOf" srcId="{51AFDE86-6154-44EC-9067-1EC74DFA5CD6}" destId="{2774E8E6-78EE-42E9-87F7-51158989743F}" srcOrd="0" destOrd="0" presId="urn:microsoft.com/office/officeart/2005/8/layout/orgChart1"/>
    <dgm:cxn modelId="{C3169894-9C41-4106-8AB3-21EF1C441764}" type="presParOf" srcId="{51AFDE86-6154-44EC-9067-1EC74DFA5CD6}" destId="{644C2209-B25B-4B9A-A03B-E5F226793887}" srcOrd="1" destOrd="0" presId="urn:microsoft.com/office/officeart/2005/8/layout/orgChart1"/>
    <dgm:cxn modelId="{F3293C4C-7F36-4C9E-890D-56E07EDDBC38}" type="presParOf" srcId="{604E1AAA-2486-4B14-B77D-AEDBF8357762}" destId="{0B6B514B-7B63-492F-88F8-0AFED2519C0E}" srcOrd="1" destOrd="0" presId="urn:microsoft.com/office/officeart/2005/8/layout/orgChart1"/>
    <dgm:cxn modelId="{5F7BEF07-3CDB-41B4-AF2B-80F585CD8D07}" type="presParOf" srcId="{604E1AAA-2486-4B14-B77D-AEDBF8357762}" destId="{591FC2B9-3F81-4832-A126-5184686CA678}" srcOrd="2" destOrd="0" presId="urn:microsoft.com/office/officeart/2005/8/layout/orgChart1"/>
    <dgm:cxn modelId="{CB5CBE64-4839-42F8-B152-3BB1158D2A06}" type="presParOf" srcId="{C599281B-676F-4E81-9353-4CCD0430C864}" destId="{CCFC5C46-05E3-4F4E-9187-F05E306CA61D}" srcOrd="4" destOrd="0" presId="urn:microsoft.com/office/officeart/2005/8/layout/orgChart1"/>
    <dgm:cxn modelId="{42165C40-5A83-49B7-A352-39E5CD54E53E}" type="presParOf" srcId="{C599281B-676F-4E81-9353-4CCD0430C864}" destId="{F71FCC37-CF2D-46F8-8C70-48F055096665}" srcOrd="5" destOrd="0" presId="urn:microsoft.com/office/officeart/2005/8/layout/orgChart1"/>
    <dgm:cxn modelId="{DDFD8908-2975-4DC9-89FB-3A683FFA41BC}" type="presParOf" srcId="{F71FCC37-CF2D-46F8-8C70-48F055096665}" destId="{9E13E852-10EE-4C05-A8BB-A00A1B61844B}" srcOrd="0" destOrd="0" presId="urn:microsoft.com/office/officeart/2005/8/layout/orgChart1"/>
    <dgm:cxn modelId="{9FB9AB4A-4769-45AE-9D7F-33490BE5A00D}" type="presParOf" srcId="{9E13E852-10EE-4C05-A8BB-A00A1B61844B}" destId="{64C2BE8B-B0D7-42EB-B882-1ACF01C7873A}" srcOrd="0" destOrd="0" presId="urn:microsoft.com/office/officeart/2005/8/layout/orgChart1"/>
    <dgm:cxn modelId="{89338B8B-72F7-4ED7-9AF3-3C8FB26D1B13}" type="presParOf" srcId="{9E13E852-10EE-4C05-A8BB-A00A1B61844B}" destId="{E7B1FBE7-9431-45CA-9794-1CDFF595C763}" srcOrd="1" destOrd="0" presId="urn:microsoft.com/office/officeart/2005/8/layout/orgChart1"/>
    <dgm:cxn modelId="{7DC744EA-9D31-4B3A-B5EB-D84079A3D93D}" type="presParOf" srcId="{F71FCC37-CF2D-46F8-8C70-48F055096665}" destId="{2D2111AF-556A-4E8D-A646-77AD6E7419E9}" srcOrd="1" destOrd="0" presId="urn:microsoft.com/office/officeart/2005/8/layout/orgChart1"/>
    <dgm:cxn modelId="{07495639-84F2-4026-876B-22BCCC316321}" type="presParOf" srcId="{F71FCC37-CF2D-46F8-8C70-48F055096665}" destId="{0F88306A-607A-47B6-BBF4-89D9EF920053}" srcOrd="2" destOrd="0" presId="urn:microsoft.com/office/officeart/2005/8/layout/orgChart1"/>
    <dgm:cxn modelId="{0416F930-1878-4D39-93DD-AF3A5B4E0D6D}" type="presParOf" srcId="{5A4D6AAC-9D78-4604-928D-A4CD04EB0C02}" destId="{D7077471-DE77-4A06-8B41-09E13554A5E4}" srcOrd="2" destOrd="0" presId="urn:microsoft.com/office/officeart/2005/8/layout/orgChart1"/>
    <dgm:cxn modelId="{E57D0D14-93D9-4589-B3D2-8A20A1EDC90C}" type="presParOf" srcId="{8EC73607-63AF-448F-89C6-68CC4DF4E039}" destId="{C4A5953D-D631-42AD-AC88-B81FF24D9106}" srcOrd="2" destOrd="0" presId="urn:microsoft.com/office/officeart/2005/8/layout/orgChart1"/>
    <dgm:cxn modelId="{84DB0B07-386B-4F58-81BD-7AF0EA0BA7E7}" type="presParOf" srcId="{8EC73607-63AF-448F-89C6-68CC4DF4E039}" destId="{0DA71AE3-ADDF-435F-A99D-29F87D062397}" srcOrd="3" destOrd="0" presId="urn:microsoft.com/office/officeart/2005/8/layout/orgChart1"/>
    <dgm:cxn modelId="{F1F5ED8D-B1D4-43EB-9A4A-2AF9D16A8C14}" type="presParOf" srcId="{0DA71AE3-ADDF-435F-A99D-29F87D062397}" destId="{33667F1B-9DBB-4F19-BE09-FDDAC2197146}" srcOrd="0" destOrd="0" presId="urn:microsoft.com/office/officeart/2005/8/layout/orgChart1"/>
    <dgm:cxn modelId="{70330DDE-90FD-4431-AB6C-DE64332F873B}" type="presParOf" srcId="{33667F1B-9DBB-4F19-BE09-FDDAC2197146}" destId="{8E0D38B2-3830-4088-8053-5E68CE0368B2}" srcOrd="0" destOrd="0" presId="urn:microsoft.com/office/officeart/2005/8/layout/orgChart1"/>
    <dgm:cxn modelId="{A31EF437-76D6-470A-BC4D-AFD581EE7B55}" type="presParOf" srcId="{33667F1B-9DBB-4F19-BE09-FDDAC2197146}" destId="{D5CCF0A6-BFFE-400B-92A1-014D05171794}" srcOrd="1" destOrd="0" presId="urn:microsoft.com/office/officeart/2005/8/layout/orgChart1"/>
    <dgm:cxn modelId="{8EB787DF-D4BD-4F8E-8FAB-066C634A8236}" type="presParOf" srcId="{0DA71AE3-ADDF-435F-A99D-29F87D062397}" destId="{5C984116-A437-407A-8291-AFD148D8CA35}" srcOrd="1" destOrd="0" presId="urn:microsoft.com/office/officeart/2005/8/layout/orgChart1"/>
    <dgm:cxn modelId="{20A50358-A53D-435B-990E-75227B7702BC}" type="presParOf" srcId="{5C984116-A437-407A-8291-AFD148D8CA35}" destId="{06986F89-FC6D-4360-92EA-7CD5A6D3AA03}" srcOrd="0" destOrd="0" presId="urn:microsoft.com/office/officeart/2005/8/layout/orgChart1"/>
    <dgm:cxn modelId="{6A0D0725-22F8-49CB-8207-A5B30190FD5B}" type="presParOf" srcId="{5C984116-A437-407A-8291-AFD148D8CA35}" destId="{86E51272-8175-45D5-A436-A72960CFBB47}" srcOrd="1" destOrd="0" presId="urn:microsoft.com/office/officeart/2005/8/layout/orgChart1"/>
    <dgm:cxn modelId="{FCE9F224-CB49-4322-9D3C-037902DD37F7}" type="presParOf" srcId="{86E51272-8175-45D5-A436-A72960CFBB47}" destId="{9BEDC517-C6D1-41AB-9FB6-7EC281541B2B}" srcOrd="0" destOrd="0" presId="urn:microsoft.com/office/officeart/2005/8/layout/orgChart1"/>
    <dgm:cxn modelId="{7AC80342-D1D9-4C24-BD4E-1EF016775366}" type="presParOf" srcId="{9BEDC517-C6D1-41AB-9FB6-7EC281541B2B}" destId="{2C402BFB-11D2-4376-AEC5-114B661C65C0}" srcOrd="0" destOrd="0" presId="urn:microsoft.com/office/officeart/2005/8/layout/orgChart1"/>
    <dgm:cxn modelId="{DC9174F5-CA9A-4359-90DB-591551E392CF}" type="presParOf" srcId="{9BEDC517-C6D1-41AB-9FB6-7EC281541B2B}" destId="{C679A027-FEE4-4959-AE01-418EDA4F144A}" srcOrd="1" destOrd="0" presId="urn:microsoft.com/office/officeart/2005/8/layout/orgChart1"/>
    <dgm:cxn modelId="{31771C65-B876-45BC-AE79-9D346D8BB592}" type="presParOf" srcId="{86E51272-8175-45D5-A436-A72960CFBB47}" destId="{AC63CD16-4FFB-498F-84D8-52FC16DDE84A}" srcOrd="1" destOrd="0" presId="urn:microsoft.com/office/officeart/2005/8/layout/orgChart1"/>
    <dgm:cxn modelId="{2DEA98D4-1F24-4CFE-895E-AA6DC5E8BD91}" type="presParOf" srcId="{86E51272-8175-45D5-A436-A72960CFBB47}" destId="{66AC1218-0CE8-4F11-B458-03930D21E3E2}" srcOrd="2" destOrd="0" presId="urn:microsoft.com/office/officeart/2005/8/layout/orgChart1"/>
    <dgm:cxn modelId="{2A3528E8-280A-48EC-926B-953E35D96B37}" type="presParOf" srcId="{5C984116-A437-407A-8291-AFD148D8CA35}" destId="{191DF1A9-7CDF-488D-8398-396A6C94C900}" srcOrd="2" destOrd="0" presId="urn:microsoft.com/office/officeart/2005/8/layout/orgChart1"/>
    <dgm:cxn modelId="{65962479-C764-44EC-98BE-E72DCED7116A}" type="presParOf" srcId="{5C984116-A437-407A-8291-AFD148D8CA35}" destId="{B4847D83-E09C-49DB-99B1-E57B4BA5ECE3}" srcOrd="3" destOrd="0" presId="urn:microsoft.com/office/officeart/2005/8/layout/orgChart1"/>
    <dgm:cxn modelId="{FDFC4E66-D4C7-4FA7-9F1C-623E5F25BA4F}" type="presParOf" srcId="{B4847D83-E09C-49DB-99B1-E57B4BA5ECE3}" destId="{6D6394C3-9F80-4EA8-8D6D-A027FBF4A9A4}" srcOrd="0" destOrd="0" presId="urn:microsoft.com/office/officeart/2005/8/layout/orgChart1"/>
    <dgm:cxn modelId="{BBAA90DA-474F-4A5E-B056-C36F09F4A484}" type="presParOf" srcId="{6D6394C3-9F80-4EA8-8D6D-A027FBF4A9A4}" destId="{C3B62A36-5A96-4DE9-AA9C-B4D5F43EA1FA}" srcOrd="0" destOrd="0" presId="urn:microsoft.com/office/officeart/2005/8/layout/orgChart1"/>
    <dgm:cxn modelId="{5BFFE989-A161-4201-AC75-84B43AA9B726}" type="presParOf" srcId="{6D6394C3-9F80-4EA8-8D6D-A027FBF4A9A4}" destId="{30AD12E4-C63D-41BF-A317-841B3799D7C4}" srcOrd="1" destOrd="0" presId="urn:microsoft.com/office/officeart/2005/8/layout/orgChart1"/>
    <dgm:cxn modelId="{A7EC5001-7629-4F20-8658-328603D5FA89}" type="presParOf" srcId="{B4847D83-E09C-49DB-99B1-E57B4BA5ECE3}" destId="{9E9FF8A8-93FC-4979-87D8-757B27CD0FD9}" srcOrd="1" destOrd="0" presId="urn:microsoft.com/office/officeart/2005/8/layout/orgChart1"/>
    <dgm:cxn modelId="{6AF560C4-877F-493B-835B-B59EF77063EC}" type="presParOf" srcId="{B4847D83-E09C-49DB-99B1-E57B4BA5ECE3}" destId="{C98B592F-AB95-4EA0-B54D-4C2002E478BC}" srcOrd="2" destOrd="0" presId="urn:microsoft.com/office/officeart/2005/8/layout/orgChart1"/>
    <dgm:cxn modelId="{4ADEE936-C110-472B-A061-00F447B4E535}" type="presParOf" srcId="{5C984116-A437-407A-8291-AFD148D8CA35}" destId="{6F72E81D-A3B6-46C1-9C0A-E94EE732F2ED}" srcOrd="4" destOrd="0" presId="urn:microsoft.com/office/officeart/2005/8/layout/orgChart1"/>
    <dgm:cxn modelId="{37EEF13E-92C7-4944-A677-844B5E821AB7}" type="presParOf" srcId="{5C984116-A437-407A-8291-AFD148D8CA35}" destId="{698EBB47-FAD4-4F31-9F6E-039534127BA3}" srcOrd="5" destOrd="0" presId="urn:microsoft.com/office/officeart/2005/8/layout/orgChart1"/>
    <dgm:cxn modelId="{13547006-7FD1-42D2-BF01-6DE757BF360D}" type="presParOf" srcId="{698EBB47-FAD4-4F31-9F6E-039534127BA3}" destId="{A2EEEEDE-B126-49B9-9BA7-3E86178817F3}" srcOrd="0" destOrd="0" presId="urn:microsoft.com/office/officeart/2005/8/layout/orgChart1"/>
    <dgm:cxn modelId="{9733718A-0178-412D-91EB-E6428CC3AD92}" type="presParOf" srcId="{A2EEEEDE-B126-49B9-9BA7-3E86178817F3}" destId="{2BA5FB18-6CB1-478D-B23A-A0E918CDAC10}" srcOrd="0" destOrd="0" presId="urn:microsoft.com/office/officeart/2005/8/layout/orgChart1"/>
    <dgm:cxn modelId="{6DD2A573-FCAC-45A9-8E6D-175AC7C13E69}" type="presParOf" srcId="{A2EEEEDE-B126-49B9-9BA7-3E86178817F3}" destId="{3861656E-2321-42D6-AB41-097A77D1FB34}" srcOrd="1" destOrd="0" presId="urn:microsoft.com/office/officeart/2005/8/layout/orgChart1"/>
    <dgm:cxn modelId="{0FBCBA37-04F9-4FF8-9780-084D8CB5F899}" type="presParOf" srcId="{698EBB47-FAD4-4F31-9F6E-039534127BA3}" destId="{BC773C57-995D-42C6-A6BA-574EFDC4C48C}" srcOrd="1" destOrd="0" presId="urn:microsoft.com/office/officeart/2005/8/layout/orgChart1"/>
    <dgm:cxn modelId="{1C931288-CF03-44CC-B257-0396934416BB}" type="presParOf" srcId="{698EBB47-FAD4-4F31-9F6E-039534127BA3}" destId="{6905655A-06B9-4D57-A2D2-8C02E79385DF}" srcOrd="2" destOrd="0" presId="urn:microsoft.com/office/officeart/2005/8/layout/orgChart1"/>
    <dgm:cxn modelId="{D072FA11-4642-482C-AD35-D00C17816FCE}" type="presParOf" srcId="{5C984116-A437-407A-8291-AFD148D8CA35}" destId="{0323F303-CE28-4468-8F9D-76CBDC7A439C}" srcOrd="6" destOrd="0" presId="urn:microsoft.com/office/officeart/2005/8/layout/orgChart1"/>
    <dgm:cxn modelId="{E76423F9-27A7-4369-8241-588FFBDEB34D}" type="presParOf" srcId="{5C984116-A437-407A-8291-AFD148D8CA35}" destId="{C821D23F-2D98-41A0-B085-AA13A168A7D5}" srcOrd="7" destOrd="0" presId="urn:microsoft.com/office/officeart/2005/8/layout/orgChart1"/>
    <dgm:cxn modelId="{A4ADAF63-92D0-4C97-9DB3-A2884450EA57}" type="presParOf" srcId="{C821D23F-2D98-41A0-B085-AA13A168A7D5}" destId="{0F9DD1D8-F4AE-4E84-9F82-1139459C35B4}" srcOrd="0" destOrd="0" presId="urn:microsoft.com/office/officeart/2005/8/layout/orgChart1"/>
    <dgm:cxn modelId="{F5C0216B-13BC-46F2-A7EA-40A9E24CB76C}" type="presParOf" srcId="{0F9DD1D8-F4AE-4E84-9F82-1139459C35B4}" destId="{BAFF1E4E-C063-4579-BF53-49FEB2E159B2}" srcOrd="0" destOrd="0" presId="urn:microsoft.com/office/officeart/2005/8/layout/orgChart1"/>
    <dgm:cxn modelId="{E33CFA2E-F1E2-4BD9-8429-31664ABB20AF}" type="presParOf" srcId="{0F9DD1D8-F4AE-4E84-9F82-1139459C35B4}" destId="{E80C7C54-2783-48F2-9535-50BC6BFA1907}" srcOrd="1" destOrd="0" presId="urn:microsoft.com/office/officeart/2005/8/layout/orgChart1"/>
    <dgm:cxn modelId="{A0AC929C-A04D-4242-986E-6CE77CAADD5D}" type="presParOf" srcId="{C821D23F-2D98-41A0-B085-AA13A168A7D5}" destId="{D5313768-3DFE-4E4B-A18A-4B747A5D9E27}" srcOrd="1" destOrd="0" presId="urn:microsoft.com/office/officeart/2005/8/layout/orgChart1"/>
    <dgm:cxn modelId="{AC64D369-9183-4B1E-9FA3-5F9F5BF06A30}" type="presParOf" srcId="{C821D23F-2D98-41A0-B085-AA13A168A7D5}" destId="{0A5ED0FE-47FF-4912-B45A-D1B98409BBC9}" srcOrd="2" destOrd="0" presId="urn:microsoft.com/office/officeart/2005/8/layout/orgChart1"/>
    <dgm:cxn modelId="{6D515997-51B9-4656-9D94-E777C06E9147}" type="presParOf" srcId="{0DA71AE3-ADDF-435F-A99D-29F87D062397}" destId="{A9B8AE4D-6B6A-4D9A-9E27-89AD09EB9A56}" srcOrd="2" destOrd="0" presId="urn:microsoft.com/office/officeart/2005/8/layout/orgChart1"/>
    <dgm:cxn modelId="{4197ECCB-EE01-4508-A514-311D6D811465}" type="presParOf" srcId="{49E4918E-274F-414B-8F3C-46FEB9BB8333}" destId="{F539821A-9D94-42D1-A0F6-B5D1E6A08C24}"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06FA1E-7AE8-436C-9EBF-016CD9796B0D}" type="doc">
      <dgm:prSet loTypeId="urn:microsoft.com/office/officeart/2005/8/layout/hierarchy2" loCatId="hierarchy" qsTypeId="urn:microsoft.com/office/officeart/2005/8/quickstyle/simple1#2" qsCatId="simple" csTypeId="urn:microsoft.com/office/officeart/2005/8/colors/accent1_2#2" csCatId="accent1" phldr="1"/>
      <dgm:spPr/>
      <dgm:t>
        <a:bodyPr/>
        <a:lstStyle/>
        <a:p>
          <a:endParaRPr lang="zh-CN" altLang="en-US"/>
        </a:p>
      </dgm:t>
    </dgm:pt>
    <dgm:pt modelId="{2D66D96D-6C01-439A-A78D-B521CE728AB1}">
      <dgm:prSet phldrT="[文本]" custT="1"/>
      <dgm:spPr/>
      <dgm:t>
        <a:bodyPr/>
        <a:lstStyle/>
        <a:p>
          <a:r>
            <a:rPr lang="zh-CN" altLang="en-US" sz="2800" dirty="0" smtClean="0"/>
            <a:t>工程的过程</a:t>
          </a:r>
          <a:endParaRPr lang="zh-CN" altLang="en-US" sz="2800" dirty="0"/>
        </a:p>
      </dgm:t>
    </dgm:pt>
    <dgm:pt modelId="{7F1EB7FC-7FF0-443E-93E5-18812188000B}" cxnId="{330F06D7-64EA-46EC-9CC8-B3BFB346D1E8}" type="parTrans">
      <dgm:prSet/>
      <dgm:spPr/>
      <dgm:t>
        <a:bodyPr/>
        <a:lstStyle/>
        <a:p>
          <a:endParaRPr lang="zh-CN" altLang="en-US"/>
        </a:p>
      </dgm:t>
    </dgm:pt>
    <dgm:pt modelId="{D24AF81A-BB67-4627-8C8E-9D5DC0492057}" cxnId="{330F06D7-64EA-46EC-9CC8-B3BFB346D1E8}" type="sibTrans">
      <dgm:prSet/>
      <dgm:spPr/>
      <dgm:t>
        <a:bodyPr/>
        <a:lstStyle/>
        <a:p>
          <a:endParaRPr lang="zh-CN" altLang="en-US"/>
        </a:p>
      </dgm:t>
    </dgm:pt>
    <dgm:pt modelId="{D50A57D6-F110-4C24-BEE3-DBD0F76947F9}">
      <dgm:prSet phldrT="[文本]" custT="1"/>
      <dgm:spPr/>
      <dgm:t>
        <a:bodyPr/>
        <a:lstStyle/>
        <a:p>
          <a:r>
            <a:rPr lang="zh-CN" altLang="en-US" sz="4000" dirty="0" smtClean="0"/>
            <a:t>计划</a:t>
          </a:r>
          <a:endParaRPr lang="zh-CN" altLang="en-US" sz="4000" dirty="0"/>
        </a:p>
      </dgm:t>
    </dgm:pt>
    <dgm:pt modelId="{8A32DFFC-E9BA-40B8-A960-2DC751805F49}" cxnId="{153FB387-53E8-4F42-9C49-8A0E3CF6F50C}" type="parTrans">
      <dgm:prSet/>
      <dgm:spPr/>
      <dgm:t>
        <a:bodyPr/>
        <a:lstStyle/>
        <a:p>
          <a:endParaRPr lang="zh-CN" altLang="en-US"/>
        </a:p>
      </dgm:t>
    </dgm:pt>
    <dgm:pt modelId="{F607BFE2-1F8E-4AB7-B1E9-2E5D2AA6DD41}" cxnId="{153FB387-53E8-4F42-9C49-8A0E3CF6F50C}" type="sibTrans">
      <dgm:prSet/>
      <dgm:spPr/>
      <dgm:t>
        <a:bodyPr/>
        <a:lstStyle/>
        <a:p>
          <a:endParaRPr lang="zh-CN" altLang="en-US"/>
        </a:p>
      </dgm:t>
    </dgm:pt>
    <dgm:pt modelId="{7027806D-0A23-4D14-88AA-CE4752EE6912}">
      <dgm:prSet phldrT="[文本]" custT="1"/>
      <dgm:spPr/>
      <dgm:t>
        <a:bodyPr/>
        <a:lstStyle/>
        <a:p>
          <a:r>
            <a:rPr lang="zh-CN" altLang="en-US" sz="2000" dirty="0" smtClean="0"/>
            <a:t>设想的</a:t>
          </a:r>
          <a:endParaRPr lang="en-US" altLang="zh-CN" sz="2000" dirty="0" smtClean="0"/>
        </a:p>
        <a:p>
          <a:r>
            <a:rPr lang="zh-CN" altLang="en-US" sz="2000" dirty="0" smtClean="0"/>
            <a:t>提出和决策</a:t>
          </a:r>
          <a:endParaRPr lang="zh-CN" altLang="en-US" sz="2000" dirty="0"/>
        </a:p>
      </dgm:t>
    </dgm:pt>
    <dgm:pt modelId="{888A0EE7-4B2D-408B-9CA6-43D12C9AE1F2}" cxnId="{992E22DF-4986-4CA6-A0C4-5B02065845BB}" type="parTrans">
      <dgm:prSet/>
      <dgm:spPr/>
      <dgm:t>
        <a:bodyPr/>
        <a:lstStyle/>
        <a:p>
          <a:endParaRPr lang="zh-CN" altLang="en-US"/>
        </a:p>
      </dgm:t>
    </dgm:pt>
    <dgm:pt modelId="{3ADA11C6-4541-4481-B43A-B50032392254}" cxnId="{992E22DF-4986-4CA6-A0C4-5B02065845BB}" type="sibTrans">
      <dgm:prSet/>
      <dgm:spPr/>
      <dgm:t>
        <a:bodyPr/>
        <a:lstStyle/>
        <a:p>
          <a:endParaRPr lang="zh-CN" altLang="en-US"/>
        </a:p>
      </dgm:t>
    </dgm:pt>
    <dgm:pt modelId="{318F6580-55EC-463C-AE27-2F6E80BBE4F2}">
      <dgm:prSet phldrT="[文本]" custT="1"/>
      <dgm:spPr/>
      <dgm:t>
        <a:bodyPr/>
        <a:lstStyle/>
        <a:p>
          <a:r>
            <a:rPr lang="zh-CN" altLang="en-US" sz="4000" dirty="0" smtClean="0"/>
            <a:t>设计</a:t>
          </a:r>
          <a:endParaRPr lang="zh-CN" altLang="en-US" sz="4000" dirty="0"/>
        </a:p>
      </dgm:t>
    </dgm:pt>
    <dgm:pt modelId="{A219A846-3D9B-4BD7-A587-731656E9F8D9}" cxnId="{81B90281-C51E-4F46-B64A-4B4D78014573}" type="parTrans">
      <dgm:prSet/>
      <dgm:spPr/>
      <dgm:t>
        <a:bodyPr/>
        <a:lstStyle/>
        <a:p>
          <a:endParaRPr lang="zh-CN" altLang="en-US"/>
        </a:p>
      </dgm:t>
    </dgm:pt>
    <dgm:pt modelId="{D9DE9FC0-06F6-4E65-A424-7AA8DB2AB854}" cxnId="{81B90281-C51E-4F46-B64A-4B4D78014573}" type="sibTrans">
      <dgm:prSet/>
      <dgm:spPr/>
      <dgm:t>
        <a:bodyPr/>
        <a:lstStyle/>
        <a:p>
          <a:endParaRPr lang="zh-CN" altLang="en-US"/>
        </a:p>
      </dgm:t>
    </dgm:pt>
    <dgm:pt modelId="{693D64F9-68E0-478A-893D-723DAA5E8A55}">
      <dgm:prSet phldrT="[文本]" custT="1"/>
      <dgm:spPr/>
      <dgm:t>
        <a:bodyPr/>
        <a:lstStyle/>
        <a:p>
          <a:r>
            <a:rPr lang="zh-CN" altLang="en-US" sz="2000" dirty="0" smtClean="0"/>
            <a:t>思路  理念 </a:t>
          </a:r>
          <a:endParaRPr lang="en-US" altLang="zh-CN" sz="2000" dirty="0" smtClean="0"/>
        </a:p>
        <a:p>
          <a:r>
            <a:rPr lang="zh-CN" altLang="en-US" sz="2000" dirty="0" smtClean="0"/>
            <a:t> 施工方案</a:t>
          </a:r>
          <a:endParaRPr lang="zh-CN" altLang="en-US" sz="2000" dirty="0"/>
        </a:p>
      </dgm:t>
    </dgm:pt>
    <dgm:pt modelId="{142C3DD4-0652-42F6-B8D9-E099025E772F}" cxnId="{8D65E8B4-5DD2-45C9-BC5F-627566852E58}" type="parTrans">
      <dgm:prSet/>
      <dgm:spPr/>
      <dgm:t>
        <a:bodyPr/>
        <a:lstStyle/>
        <a:p>
          <a:endParaRPr lang="zh-CN" altLang="en-US"/>
        </a:p>
      </dgm:t>
    </dgm:pt>
    <dgm:pt modelId="{9BB5E173-AF0A-44E4-840D-997F1ED3186B}" cxnId="{8D65E8B4-5DD2-45C9-BC5F-627566852E58}" type="sibTrans">
      <dgm:prSet/>
      <dgm:spPr/>
      <dgm:t>
        <a:bodyPr/>
        <a:lstStyle/>
        <a:p>
          <a:endParaRPr lang="zh-CN" altLang="en-US"/>
        </a:p>
      </dgm:t>
    </dgm:pt>
    <dgm:pt modelId="{5A7A0805-BD68-4E93-BB2E-E41A0BF9CE0E}">
      <dgm:prSet custT="1"/>
      <dgm:spPr/>
      <dgm:t>
        <a:bodyPr/>
        <a:lstStyle/>
        <a:p>
          <a:r>
            <a:rPr lang="zh-CN" altLang="en-US" sz="4000" dirty="0" smtClean="0"/>
            <a:t>建造</a:t>
          </a:r>
          <a:endParaRPr lang="zh-CN" altLang="en-US" sz="4000" dirty="0"/>
        </a:p>
      </dgm:t>
    </dgm:pt>
    <dgm:pt modelId="{75C14472-4A51-46D6-B406-54EA98C47867}" cxnId="{14E3784C-9C06-4F1D-AA4F-C12BCCCBA2E6}" type="parTrans">
      <dgm:prSet/>
      <dgm:spPr/>
      <dgm:t>
        <a:bodyPr/>
        <a:lstStyle/>
        <a:p>
          <a:endParaRPr lang="zh-CN" altLang="en-US"/>
        </a:p>
      </dgm:t>
    </dgm:pt>
    <dgm:pt modelId="{B6067404-0414-4D71-A2AB-6A713946982C}" cxnId="{14E3784C-9C06-4F1D-AA4F-C12BCCCBA2E6}" type="sibTrans">
      <dgm:prSet/>
      <dgm:spPr/>
      <dgm:t>
        <a:bodyPr/>
        <a:lstStyle/>
        <a:p>
          <a:endParaRPr lang="zh-CN" altLang="en-US"/>
        </a:p>
      </dgm:t>
    </dgm:pt>
    <dgm:pt modelId="{5865A54B-649B-4441-9E20-74CCFEAD90EB}">
      <dgm:prSet custT="1"/>
      <dgm:spPr/>
      <dgm:t>
        <a:bodyPr/>
        <a:lstStyle/>
        <a:p>
          <a:r>
            <a:rPr lang="zh-CN" altLang="en-US" sz="2000" dirty="0" smtClean="0"/>
            <a:t>实施  安装</a:t>
          </a:r>
          <a:endParaRPr lang="en-US" altLang="zh-CN" sz="2000" dirty="0" smtClean="0"/>
        </a:p>
        <a:p>
          <a:r>
            <a:rPr lang="zh-CN" altLang="en-US" sz="2000" dirty="0" smtClean="0"/>
            <a:t>试车  验收</a:t>
          </a:r>
          <a:endParaRPr lang="zh-CN" altLang="en-US" sz="2000" dirty="0"/>
        </a:p>
      </dgm:t>
    </dgm:pt>
    <dgm:pt modelId="{F281620E-39CB-4170-8F6C-E497C8A82CEA}" cxnId="{F7128A8B-D35A-4E47-8E73-FBC52A57EDFD}" type="parTrans">
      <dgm:prSet/>
      <dgm:spPr/>
      <dgm:t>
        <a:bodyPr/>
        <a:lstStyle/>
        <a:p>
          <a:endParaRPr lang="zh-CN" altLang="en-US"/>
        </a:p>
      </dgm:t>
    </dgm:pt>
    <dgm:pt modelId="{3BE8D7ED-B5C0-4F3A-8C8C-464FBF327089}" cxnId="{F7128A8B-D35A-4E47-8E73-FBC52A57EDFD}" type="sibTrans">
      <dgm:prSet/>
      <dgm:spPr/>
      <dgm:t>
        <a:bodyPr/>
        <a:lstStyle/>
        <a:p>
          <a:endParaRPr lang="zh-CN" altLang="en-US"/>
        </a:p>
      </dgm:t>
    </dgm:pt>
    <dgm:pt modelId="{D6873974-B7AB-431C-A3B4-5BD192EAC1C5}">
      <dgm:prSet custT="1"/>
      <dgm:spPr/>
      <dgm:t>
        <a:bodyPr/>
        <a:lstStyle/>
        <a:p>
          <a:r>
            <a:rPr lang="zh-CN" altLang="en-US" sz="4000" dirty="0" smtClean="0"/>
            <a:t>使用</a:t>
          </a:r>
          <a:endParaRPr lang="zh-CN" altLang="en-US" sz="4000" dirty="0"/>
        </a:p>
      </dgm:t>
    </dgm:pt>
    <dgm:pt modelId="{A68BA081-3783-48FC-AAE8-E0530667380B}" cxnId="{5BFD9EDE-1CEE-4FD2-B61C-CFAF9034FFF4}" type="parTrans">
      <dgm:prSet/>
      <dgm:spPr/>
      <dgm:t>
        <a:bodyPr/>
        <a:lstStyle/>
        <a:p>
          <a:endParaRPr lang="zh-CN" altLang="en-US"/>
        </a:p>
      </dgm:t>
    </dgm:pt>
    <dgm:pt modelId="{BE0556C4-2C74-43C9-83DD-6DA66C7668AB}" cxnId="{5BFD9EDE-1CEE-4FD2-B61C-CFAF9034FFF4}" type="sibTrans">
      <dgm:prSet/>
      <dgm:spPr/>
      <dgm:t>
        <a:bodyPr/>
        <a:lstStyle/>
        <a:p>
          <a:endParaRPr lang="zh-CN" altLang="en-US"/>
        </a:p>
      </dgm:t>
    </dgm:pt>
    <dgm:pt modelId="{EFFF08E7-6ECB-4832-BE33-56908EA650DA}">
      <dgm:prSet custT="1"/>
      <dgm:spPr/>
      <dgm:t>
        <a:bodyPr/>
        <a:lstStyle/>
        <a:p>
          <a:r>
            <a:rPr lang="zh-CN" altLang="en-US" sz="4000" dirty="0" smtClean="0"/>
            <a:t>结束</a:t>
          </a:r>
          <a:endParaRPr lang="zh-CN" altLang="en-US" sz="4000" dirty="0"/>
        </a:p>
      </dgm:t>
    </dgm:pt>
    <dgm:pt modelId="{C46ACE45-DB77-4E8E-88DF-8849E092CB7B}" cxnId="{DC574B62-BC6B-47A0-95D8-874D8D2F2544}" type="parTrans">
      <dgm:prSet/>
      <dgm:spPr/>
      <dgm:t>
        <a:bodyPr/>
        <a:lstStyle/>
        <a:p>
          <a:endParaRPr lang="zh-CN" altLang="en-US"/>
        </a:p>
      </dgm:t>
    </dgm:pt>
    <dgm:pt modelId="{45B96A34-40B2-4566-A43A-91D0D18F03F5}" cxnId="{DC574B62-BC6B-47A0-95D8-874D8D2F2544}" type="sibTrans">
      <dgm:prSet/>
      <dgm:spPr/>
      <dgm:t>
        <a:bodyPr/>
        <a:lstStyle/>
        <a:p>
          <a:endParaRPr lang="zh-CN" altLang="en-US"/>
        </a:p>
      </dgm:t>
    </dgm:pt>
    <dgm:pt modelId="{5D40DBBE-E6D8-42EA-A8BD-A91EDEDF98F6}">
      <dgm:prSet custT="1"/>
      <dgm:spPr/>
      <dgm:t>
        <a:bodyPr/>
        <a:lstStyle/>
        <a:p>
          <a:r>
            <a:rPr lang="zh-CN" altLang="en-US" sz="2000" dirty="0" smtClean="0"/>
            <a:t>实现经济效益</a:t>
          </a:r>
          <a:endParaRPr lang="en-US" altLang="zh-CN" sz="2000" dirty="0" smtClean="0"/>
        </a:p>
        <a:p>
          <a:r>
            <a:rPr lang="zh-CN" altLang="en-US" sz="2000" dirty="0" smtClean="0"/>
            <a:t>社会效益</a:t>
          </a:r>
          <a:endParaRPr lang="zh-CN" altLang="en-US" sz="2000" dirty="0"/>
        </a:p>
      </dgm:t>
    </dgm:pt>
    <dgm:pt modelId="{9D05DFFB-72AC-402F-B8D9-CCD28CF65D98}" cxnId="{BE41D4F3-9E44-4DC1-8E49-0B9E93B8A358}" type="parTrans">
      <dgm:prSet/>
      <dgm:spPr/>
      <dgm:t>
        <a:bodyPr/>
        <a:lstStyle/>
        <a:p>
          <a:endParaRPr lang="zh-CN" altLang="en-US"/>
        </a:p>
      </dgm:t>
    </dgm:pt>
    <dgm:pt modelId="{2612C545-DF7B-4F38-8085-D2F5F517CDBD}" cxnId="{BE41D4F3-9E44-4DC1-8E49-0B9E93B8A358}" type="sibTrans">
      <dgm:prSet/>
      <dgm:spPr/>
      <dgm:t>
        <a:bodyPr/>
        <a:lstStyle/>
        <a:p>
          <a:endParaRPr lang="zh-CN" altLang="en-US"/>
        </a:p>
      </dgm:t>
    </dgm:pt>
    <dgm:pt modelId="{628E024B-1687-44FD-97DE-7C16B10977C9}">
      <dgm:prSet custT="1"/>
      <dgm:spPr/>
      <dgm:t>
        <a:bodyPr/>
        <a:lstStyle/>
        <a:p>
          <a:r>
            <a:rPr lang="zh-CN" altLang="en-US" sz="2800" dirty="0" smtClean="0"/>
            <a:t>报废处理</a:t>
          </a:r>
          <a:endParaRPr lang="zh-CN" altLang="en-US" sz="2800" dirty="0"/>
        </a:p>
      </dgm:t>
    </dgm:pt>
    <dgm:pt modelId="{0A85F6AE-DB4D-4BED-8175-78B93AF68727}" cxnId="{CD9A7B29-4627-429D-AB3C-4BE82E27530F}" type="parTrans">
      <dgm:prSet/>
      <dgm:spPr/>
      <dgm:t>
        <a:bodyPr/>
        <a:lstStyle/>
        <a:p>
          <a:endParaRPr lang="zh-CN" altLang="en-US"/>
        </a:p>
      </dgm:t>
    </dgm:pt>
    <dgm:pt modelId="{DF7618B9-244A-4AEB-8E0B-2C7331C80623}" cxnId="{CD9A7B29-4627-429D-AB3C-4BE82E27530F}" type="sibTrans">
      <dgm:prSet/>
      <dgm:spPr/>
      <dgm:t>
        <a:bodyPr/>
        <a:lstStyle/>
        <a:p>
          <a:endParaRPr lang="zh-CN" altLang="en-US"/>
        </a:p>
      </dgm:t>
    </dgm:pt>
    <dgm:pt modelId="{D605FD48-AE88-44F8-A021-D4BAC0875B36}" type="pres">
      <dgm:prSet presAssocID="{8006FA1E-7AE8-436C-9EBF-016CD9796B0D}" presName="diagram" presStyleCnt="0">
        <dgm:presLayoutVars>
          <dgm:chPref val="1"/>
          <dgm:dir/>
          <dgm:animOne val="branch"/>
          <dgm:animLvl val="lvl"/>
          <dgm:resizeHandles val="exact"/>
        </dgm:presLayoutVars>
      </dgm:prSet>
      <dgm:spPr/>
      <dgm:t>
        <a:bodyPr/>
        <a:lstStyle/>
        <a:p>
          <a:endParaRPr lang="zh-CN" altLang="en-US"/>
        </a:p>
      </dgm:t>
    </dgm:pt>
    <dgm:pt modelId="{526AF357-C544-4801-8DA1-4413224D8AC2}" type="pres">
      <dgm:prSet presAssocID="{2D66D96D-6C01-439A-A78D-B521CE728AB1}" presName="root1" presStyleCnt="0"/>
      <dgm:spPr/>
    </dgm:pt>
    <dgm:pt modelId="{DCA89ECC-FA09-42A5-821F-390768D04CFA}" type="pres">
      <dgm:prSet presAssocID="{2D66D96D-6C01-439A-A78D-B521CE728AB1}" presName="LevelOneTextNode" presStyleLbl="node0" presStyleIdx="0" presStyleCnt="1" custScaleX="130318" custScaleY="163201">
        <dgm:presLayoutVars>
          <dgm:chPref val="3"/>
        </dgm:presLayoutVars>
      </dgm:prSet>
      <dgm:spPr/>
      <dgm:t>
        <a:bodyPr/>
        <a:lstStyle/>
        <a:p>
          <a:endParaRPr lang="zh-CN" altLang="en-US"/>
        </a:p>
      </dgm:t>
    </dgm:pt>
    <dgm:pt modelId="{238CBEA7-3F9A-4796-A463-27D71B280698}" type="pres">
      <dgm:prSet presAssocID="{2D66D96D-6C01-439A-A78D-B521CE728AB1}" presName="level2hierChild" presStyleCnt="0"/>
      <dgm:spPr/>
    </dgm:pt>
    <dgm:pt modelId="{455A55BD-F0B0-4C1A-A5A5-5E465AE332B7}" type="pres">
      <dgm:prSet presAssocID="{8A32DFFC-E9BA-40B8-A960-2DC751805F49}" presName="conn2-1" presStyleLbl="parChTrans1D2" presStyleIdx="0" presStyleCnt="5"/>
      <dgm:spPr/>
      <dgm:t>
        <a:bodyPr/>
        <a:lstStyle/>
        <a:p>
          <a:endParaRPr lang="zh-CN" altLang="en-US"/>
        </a:p>
      </dgm:t>
    </dgm:pt>
    <dgm:pt modelId="{A507E7AC-6109-427C-AC21-0668E9A30518}" type="pres">
      <dgm:prSet presAssocID="{8A32DFFC-E9BA-40B8-A960-2DC751805F49}" presName="connTx" presStyleLbl="parChTrans1D2" presStyleIdx="0" presStyleCnt="5"/>
      <dgm:spPr/>
      <dgm:t>
        <a:bodyPr/>
        <a:lstStyle/>
        <a:p>
          <a:endParaRPr lang="zh-CN" altLang="en-US"/>
        </a:p>
      </dgm:t>
    </dgm:pt>
    <dgm:pt modelId="{D7765FED-A3BA-490B-BBFD-6910681A541E}" type="pres">
      <dgm:prSet presAssocID="{D50A57D6-F110-4C24-BEE3-DBD0F76947F9}" presName="root2" presStyleCnt="0"/>
      <dgm:spPr/>
    </dgm:pt>
    <dgm:pt modelId="{08D43090-AC91-4890-BDFF-C61E77458B87}" type="pres">
      <dgm:prSet presAssocID="{D50A57D6-F110-4C24-BEE3-DBD0F76947F9}" presName="LevelTwoTextNode" presStyleLbl="node2" presStyleIdx="0" presStyleCnt="5">
        <dgm:presLayoutVars>
          <dgm:chPref val="3"/>
        </dgm:presLayoutVars>
      </dgm:prSet>
      <dgm:spPr/>
      <dgm:t>
        <a:bodyPr/>
        <a:lstStyle/>
        <a:p>
          <a:endParaRPr lang="zh-CN" altLang="en-US"/>
        </a:p>
      </dgm:t>
    </dgm:pt>
    <dgm:pt modelId="{B5BD44CE-78BE-4642-BBF3-0DD2D260CDB8}" type="pres">
      <dgm:prSet presAssocID="{D50A57D6-F110-4C24-BEE3-DBD0F76947F9}" presName="level3hierChild" presStyleCnt="0"/>
      <dgm:spPr/>
    </dgm:pt>
    <dgm:pt modelId="{610D752D-2638-4D69-B900-90D8A7185892}" type="pres">
      <dgm:prSet presAssocID="{888A0EE7-4B2D-408B-9CA6-43D12C9AE1F2}" presName="conn2-1" presStyleLbl="parChTrans1D3" presStyleIdx="0" presStyleCnt="5"/>
      <dgm:spPr/>
      <dgm:t>
        <a:bodyPr/>
        <a:lstStyle/>
        <a:p>
          <a:endParaRPr lang="zh-CN" altLang="en-US"/>
        </a:p>
      </dgm:t>
    </dgm:pt>
    <dgm:pt modelId="{667A7926-BA99-48CF-9769-115AD76ED1CC}" type="pres">
      <dgm:prSet presAssocID="{888A0EE7-4B2D-408B-9CA6-43D12C9AE1F2}" presName="connTx" presStyleLbl="parChTrans1D3" presStyleIdx="0" presStyleCnt="5"/>
      <dgm:spPr/>
      <dgm:t>
        <a:bodyPr/>
        <a:lstStyle/>
        <a:p>
          <a:endParaRPr lang="zh-CN" altLang="en-US"/>
        </a:p>
      </dgm:t>
    </dgm:pt>
    <dgm:pt modelId="{B0A2C17A-9D2A-41EB-A421-AE7F494A1EE6}" type="pres">
      <dgm:prSet presAssocID="{7027806D-0A23-4D14-88AA-CE4752EE6912}" presName="root2" presStyleCnt="0"/>
      <dgm:spPr/>
    </dgm:pt>
    <dgm:pt modelId="{814A8EAB-F625-4C2C-BD67-557F46DCE487}" type="pres">
      <dgm:prSet presAssocID="{7027806D-0A23-4D14-88AA-CE4752EE6912}" presName="LevelTwoTextNode" presStyleLbl="node3" presStyleIdx="0" presStyleCnt="5" custScaleX="156763">
        <dgm:presLayoutVars>
          <dgm:chPref val="3"/>
        </dgm:presLayoutVars>
      </dgm:prSet>
      <dgm:spPr/>
      <dgm:t>
        <a:bodyPr/>
        <a:lstStyle/>
        <a:p>
          <a:endParaRPr lang="zh-CN" altLang="en-US"/>
        </a:p>
      </dgm:t>
    </dgm:pt>
    <dgm:pt modelId="{75C529E8-CDB5-4176-A533-FF4D8CB3123C}" type="pres">
      <dgm:prSet presAssocID="{7027806D-0A23-4D14-88AA-CE4752EE6912}" presName="level3hierChild" presStyleCnt="0"/>
      <dgm:spPr/>
    </dgm:pt>
    <dgm:pt modelId="{EB7E83ED-C578-4190-9FAC-6035E415FAD4}" type="pres">
      <dgm:prSet presAssocID="{A219A846-3D9B-4BD7-A587-731656E9F8D9}" presName="conn2-1" presStyleLbl="parChTrans1D2" presStyleIdx="1" presStyleCnt="5"/>
      <dgm:spPr/>
      <dgm:t>
        <a:bodyPr/>
        <a:lstStyle/>
        <a:p>
          <a:endParaRPr lang="zh-CN" altLang="en-US"/>
        </a:p>
      </dgm:t>
    </dgm:pt>
    <dgm:pt modelId="{51F3606F-0288-42DA-8520-B5F8431C403E}" type="pres">
      <dgm:prSet presAssocID="{A219A846-3D9B-4BD7-A587-731656E9F8D9}" presName="connTx" presStyleLbl="parChTrans1D2" presStyleIdx="1" presStyleCnt="5"/>
      <dgm:spPr/>
      <dgm:t>
        <a:bodyPr/>
        <a:lstStyle/>
        <a:p>
          <a:endParaRPr lang="zh-CN" altLang="en-US"/>
        </a:p>
      </dgm:t>
    </dgm:pt>
    <dgm:pt modelId="{2B5221A8-000C-4398-9905-6644D109BE82}" type="pres">
      <dgm:prSet presAssocID="{318F6580-55EC-463C-AE27-2F6E80BBE4F2}" presName="root2" presStyleCnt="0"/>
      <dgm:spPr/>
    </dgm:pt>
    <dgm:pt modelId="{A77F93AD-DAE0-4221-9648-4A46C5B692F7}" type="pres">
      <dgm:prSet presAssocID="{318F6580-55EC-463C-AE27-2F6E80BBE4F2}" presName="LevelTwoTextNode" presStyleLbl="node2" presStyleIdx="1" presStyleCnt="5">
        <dgm:presLayoutVars>
          <dgm:chPref val="3"/>
        </dgm:presLayoutVars>
      </dgm:prSet>
      <dgm:spPr/>
      <dgm:t>
        <a:bodyPr/>
        <a:lstStyle/>
        <a:p>
          <a:endParaRPr lang="zh-CN" altLang="en-US"/>
        </a:p>
      </dgm:t>
    </dgm:pt>
    <dgm:pt modelId="{A041756B-9A6F-4CC6-97D2-3E4CB8214D78}" type="pres">
      <dgm:prSet presAssocID="{318F6580-55EC-463C-AE27-2F6E80BBE4F2}" presName="level3hierChild" presStyleCnt="0"/>
      <dgm:spPr/>
    </dgm:pt>
    <dgm:pt modelId="{73389FE3-E341-44E0-B282-1661C96B2B2D}" type="pres">
      <dgm:prSet presAssocID="{142C3DD4-0652-42F6-B8D9-E099025E772F}" presName="conn2-1" presStyleLbl="parChTrans1D3" presStyleIdx="1" presStyleCnt="5"/>
      <dgm:spPr/>
      <dgm:t>
        <a:bodyPr/>
        <a:lstStyle/>
        <a:p>
          <a:endParaRPr lang="zh-CN" altLang="en-US"/>
        </a:p>
      </dgm:t>
    </dgm:pt>
    <dgm:pt modelId="{2830674B-D613-4488-B96A-B2825F32D74D}" type="pres">
      <dgm:prSet presAssocID="{142C3DD4-0652-42F6-B8D9-E099025E772F}" presName="connTx" presStyleLbl="parChTrans1D3" presStyleIdx="1" presStyleCnt="5"/>
      <dgm:spPr/>
      <dgm:t>
        <a:bodyPr/>
        <a:lstStyle/>
        <a:p>
          <a:endParaRPr lang="zh-CN" altLang="en-US"/>
        </a:p>
      </dgm:t>
    </dgm:pt>
    <dgm:pt modelId="{C653F671-96C9-4ECF-88BF-80F43EDEC417}" type="pres">
      <dgm:prSet presAssocID="{693D64F9-68E0-478A-893D-723DAA5E8A55}" presName="root2" presStyleCnt="0"/>
      <dgm:spPr/>
    </dgm:pt>
    <dgm:pt modelId="{017999BB-4B25-4642-9021-3312EFD36410}" type="pres">
      <dgm:prSet presAssocID="{693D64F9-68E0-478A-893D-723DAA5E8A55}" presName="LevelTwoTextNode" presStyleLbl="node3" presStyleIdx="1" presStyleCnt="5" custScaleX="156763">
        <dgm:presLayoutVars>
          <dgm:chPref val="3"/>
        </dgm:presLayoutVars>
      </dgm:prSet>
      <dgm:spPr/>
      <dgm:t>
        <a:bodyPr/>
        <a:lstStyle/>
        <a:p>
          <a:endParaRPr lang="zh-CN" altLang="en-US"/>
        </a:p>
      </dgm:t>
    </dgm:pt>
    <dgm:pt modelId="{239D3643-FD34-4B9A-8DEE-1D61ECC16390}" type="pres">
      <dgm:prSet presAssocID="{693D64F9-68E0-478A-893D-723DAA5E8A55}" presName="level3hierChild" presStyleCnt="0"/>
      <dgm:spPr/>
    </dgm:pt>
    <dgm:pt modelId="{806628CA-25E8-4211-94C4-4B8AE3115559}" type="pres">
      <dgm:prSet presAssocID="{75C14472-4A51-46D6-B406-54EA98C47867}" presName="conn2-1" presStyleLbl="parChTrans1D2" presStyleIdx="2" presStyleCnt="5"/>
      <dgm:spPr/>
      <dgm:t>
        <a:bodyPr/>
        <a:lstStyle/>
        <a:p>
          <a:endParaRPr lang="zh-CN" altLang="en-US"/>
        </a:p>
      </dgm:t>
    </dgm:pt>
    <dgm:pt modelId="{D27178AB-AA67-4D37-A634-9A273BB3F03A}" type="pres">
      <dgm:prSet presAssocID="{75C14472-4A51-46D6-B406-54EA98C47867}" presName="connTx" presStyleLbl="parChTrans1D2" presStyleIdx="2" presStyleCnt="5"/>
      <dgm:spPr/>
      <dgm:t>
        <a:bodyPr/>
        <a:lstStyle/>
        <a:p>
          <a:endParaRPr lang="zh-CN" altLang="en-US"/>
        </a:p>
      </dgm:t>
    </dgm:pt>
    <dgm:pt modelId="{2056B6F8-4A89-4978-8E5F-812ED5F8C4CA}" type="pres">
      <dgm:prSet presAssocID="{5A7A0805-BD68-4E93-BB2E-E41A0BF9CE0E}" presName="root2" presStyleCnt="0"/>
      <dgm:spPr/>
    </dgm:pt>
    <dgm:pt modelId="{087D4B3B-8FF3-4CCC-AE9B-C1FA9CFD5AB6}" type="pres">
      <dgm:prSet presAssocID="{5A7A0805-BD68-4E93-BB2E-E41A0BF9CE0E}" presName="LevelTwoTextNode" presStyleLbl="node2" presStyleIdx="2" presStyleCnt="5">
        <dgm:presLayoutVars>
          <dgm:chPref val="3"/>
        </dgm:presLayoutVars>
      </dgm:prSet>
      <dgm:spPr/>
      <dgm:t>
        <a:bodyPr/>
        <a:lstStyle/>
        <a:p>
          <a:endParaRPr lang="zh-CN" altLang="en-US"/>
        </a:p>
      </dgm:t>
    </dgm:pt>
    <dgm:pt modelId="{CA22A86B-D1B4-4C71-8864-335685BBBD0E}" type="pres">
      <dgm:prSet presAssocID="{5A7A0805-BD68-4E93-BB2E-E41A0BF9CE0E}" presName="level3hierChild" presStyleCnt="0"/>
      <dgm:spPr/>
    </dgm:pt>
    <dgm:pt modelId="{88A4058C-13BB-4E76-9055-A7564E0A8D60}" type="pres">
      <dgm:prSet presAssocID="{F281620E-39CB-4170-8F6C-E497C8A82CEA}" presName="conn2-1" presStyleLbl="parChTrans1D3" presStyleIdx="2" presStyleCnt="5"/>
      <dgm:spPr/>
      <dgm:t>
        <a:bodyPr/>
        <a:lstStyle/>
        <a:p>
          <a:endParaRPr lang="zh-CN" altLang="en-US"/>
        </a:p>
      </dgm:t>
    </dgm:pt>
    <dgm:pt modelId="{6678E61D-E99B-49E9-AFF8-A2ED0EDE39E8}" type="pres">
      <dgm:prSet presAssocID="{F281620E-39CB-4170-8F6C-E497C8A82CEA}" presName="connTx" presStyleLbl="parChTrans1D3" presStyleIdx="2" presStyleCnt="5"/>
      <dgm:spPr/>
      <dgm:t>
        <a:bodyPr/>
        <a:lstStyle/>
        <a:p>
          <a:endParaRPr lang="zh-CN" altLang="en-US"/>
        </a:p>
      </dgm:t>
    </dgm:pt>
    <dgm:pt modelId="{8A8A4F95-5C52-4E9E-ABA5-6DA34F09EF07}" type="pres">
      <dgm:prSet presAssocID="{5865A54B-649B-4441-9E20-74CCFEAD90EB}" presName="root2" presStyleCnt="0"/>
      <dgm:spPr/>
    </dgm:pt>
    <dgm:pt modelId="{5F5D64F8-7CF2-412E-AB51-231F63767CBE}" type="pres">
      <dgm:prSet presAssocID="{5865A54B-649B-4441-9E20-74CCFEAD90EB}" presName="LevelTwoTextNode" presStyleLbl="node3" presStyleIdx="2" presStyleCnt="5" custScaleX="156763">
        <dgm:presLayoutVars>
          <dgm:chPref val="3"/>
        </dgm:presLayoutVars>
      </dgm:prSet>
      <dgm:spPr/>
      <dgm:t>
        <a:bodyPr/>
        <a:lstStyle/>
        <a:p>
          <a:endParaRPr lang="zh-CN" altLang="en-US"/>
        </a:p>
      </dgm:t>
    </dgm:pt>
    <dgm:pt modelId="{9CE6C0DC-561C-401F-9049-2E5532171377}" type="pres">
      <dgm:prSet presAssocID="{5865A54B-649B-4441-9E20-74CCFEAD90EB}" presName="level3hierChild" presStyleCnt="0"/>
      <dgm:spPr/>
    </dgm:pt>
    <dgm:pt modelId="{4129D0F1-8DC0-4D6E-9FAD-51DC8A204B1D}" type="pres">
      <dgm:prSet presAssocID="{A68BA081-3783-48FC-AAE8-E0530667380B}" presName="conn2-1" presStyleLbl="parChTrans1D2" presStyleIdx="3" presStyleCnt="5"/>
      <dgm:spPr/>
      <dgm:t>
        <a:bodyPr/>
        <a:lstStyle/>
        <a:p>
          <a:endParaRPr lang="zh-CN" altLang="en-US"/>
        </a:p>
      </dgm:t>
    </dgm:pt>
    <dgm:pt modelId="{C4C0048F-3102-4ADD-84F4-4BFF9A3E814A}" type="pres">
      <dgm:prSet presAssocID="{A68BA081-3783-48FC-AAE8-E0530667380B}" presName="connTx" presStyleLbl="parChTrans1D2" presStyleIdx="3" presStyleCnt="5"/>
      <dgm:spPr/>
      <dgm:t>
        <a:bodyPr/>
        <a:lstStyle/>
        <a:p>
          <a:endParaRPr lang="zh-CN" altLang="en-US"/>
        </a:p>
      </dgm:t>
    </dgm:pt>
    <dgm:pt modelId="{5662B8BC-E406-4846-9C96-88C0FC3D0491}" type="pres">
      <dgm:prSet presAssocID="{D6873974-B7AB-431C-A3B4-5BD192EAC1C5}" presName="root2" presStyleCnt="0"/>
      <dgm:spPr/>
    </dgm:pt>
    <dgm:pt modelId="{FFCCF6FC-DAF2-406B-91C5-A6324296551D}" type="pres">
      <dgm:prSet presAssocID="{D6873974-B7AB-431C-A3B4-5BD192EAC1C5}" presName="LevelTwoTextNode" presStyleLbl="node2" presStyleIdx="3" presStyleCnt="5">
        <dgm:presLayoutVars>
          <dgm:chPref val="3"/>
        </dgm:presLayoutVars>
      </dgm:prSet>
      <dgm:spPr/>
      <dgm:t>
        <a:bodyPr/>
        <a:lstStyle/>
        <a:p>
          <a:endParaRPr lang="zh-CN" altLang="en-US"/>
        </a:p>
      </dgm:t>
    </dgm:pt>
    <dgm:pt modelId="{592D3278-5A97-4222-A6F9-69403C7E7321}" type="pres">
      <dgm:prSet presAssocID="{D6873974-B7AB-431C-A3B4-5BD192EAC1C5}" presName="level3hierChild" presStyleCnt="0"/>
      <dgm:spPr/>
    </dgm:pt>
    <dgm:pt modelId="{68BE2C43-ED2C-4556-A421-13AFCA4BE992}" type="pres">
      <dgm:prSet presAssocID="{9D05DFFB-72AC-402F-B8D9-CCD28CF65D98}" presName="conn2-1" presStyleLbl="parChTrans1D3" presStyleIdx="3" presStyleCnt="5"/>
      <dgm:spPr/>
      <dgm:t>
        <a:bodyPr/>
        <a:lstStyle/>
        <a:p>
          <a:endParaRPr lang="zh-CN" altLang="en-US"/>
        </a:p>
      </dgm:t>
    </dgm:pt>
    <dgm:pt modelId="{5500348A-C1B5-4A24-AEE9-58D42E6EB0A9}" type="pres">
      <dgm:prSet presAssocID="{9D05DFFB-72AC-402F-B8D9-CCD28CF65D98}" presName="connTx" presStyleLbl="parChTrans1D3" presStyleIdx="3" presStyleCnt="5"/>
      <dgm:spPr/>
      <dgm:t>
        <a:bodyPr/>
        <a:lstStyle/>
        <a:p>
          <a:endParaRPr lang="zh-CN" altLang="en-US"/>
        </a:p>
      </dgm:t>
    </dgm:pt>
    <dgm:pt modelId="{F7A75C40-744B-4263-A694-DADD4A160355}" type="pres">
      <dgm:prSet presAssocID="{5D40DBBE-E6D8-42EA-A8BD-A91EDEDF98F6}" presName="root2" presStyleCnt="0"/>
      <dgm:spPr/>
    </dgm:pt>
    <dgm:pt modelId="{19AB304C-BA08-4C4D-944A-DBD069774EF5}" type="pres">
      <dgm:prSet presAssocID="{5D40DBBE-E6D8-42EA-A8BD-A91EDEDF98F6}" presName="LevelTwoTextNode" presStyleLbl="node3" presStyleIdx="3" presStyleCnt="5" custScaleX="155420">
        <dgm:presLayoutVars>
          <dgm:chPref val="3"/>
        </dgm:presLayoutVars>
      </dgm:prSet>
      <dgm:spPr/>
      <dgm:t>
        <a:bodyPr/>
        <a:lstStyle/>
        <a:p>
          <a:endParaRPr lang="zh-CN" altLang="en-US"/>
        </a:p>
      </dgm:t>
    </dgm:pt>
    <dgm:pt modelId="{A5DD0D64-E3D0-4890-86C8-2F7B46BC49A6}" type="pres">
      <dgm:prSet presAssocID="{5D40DBBE-E6D8-42EA-A8BD-A91EDEDF98F6}" presName="level3hierChild" presStyleCnt="0"/>
      <dgm:spPr/>
    </dgm:pt>
    <dgm:pt modelId="{804538CC-83A6-4D55-9391-4E3D4BE7E8A5}" type="pres">
      <dgm:prSet presAssocID="{C46ACE45-DB77-4E8E-88DF-8849E092CB7B}" presName="conn2-1" presStyleLbl="parChTrans1D2" presStyleIdx="4" presStyleCnt="5"/>
      <dgm:spPr/>
      <dgm:t>
        <a:bodyPr/>
        <a:lstStyle/>
        <a:p>
          <a:endParaRPr lang="zh-CN" altLang="en-US"/>
        </a:p>
      </dgm:t>
    </dgm:pt>
    <dgm:pt modelId="{397CC507-F5B0-483E-9BEC-721975B07D01}" type="pres">
      <dgm:prSet presAssocID="{C46ACE45-DB77-4E8E-88DF-8849E092CB7B}" presName="connTx" presStyleLbl="parChTrans1D2" presStyleIdx="4" presStyleCnt="5"/>
      <dgm:spPr/>
      <dgm:t>
        <a:bodyPr/>
        <a:lstStyle/>
        <a:p>
          <a:endParaRPr lang="zh-CN" altLang="en-US"/>
        </a:p>
      </dgm:t>
    </dgm:pt>
    <dgm:pt modelId="{E96645CF-A82C-4E9D-9DFD-0ED989224EEA}" type="pres">
      <dgm:prSet presAssocID="{EFFF08E7-6ECB-4832-BE33-56908EA650DA}" presName="root2" presStyleCnt="0"/>
      <dgm:spPr/>
    </dgm:pt>
    <dgm:pt modelId="{A75521A3-45C3-4040-818D-2DF8E5F82ED2}" type="pres">
      <dgm:prSet presAssocID="{EFFF08E7-6ECB-4832-BE33-56908EA650DA}" presName="LevelTwoTextNode" presStyleLbl="node2" presStyleIdx="4" presStyleCnt="5">
        <dgm:presLayoutVars>
          <dgm:chPref val="3"/>
        </dgm:presLayoutVars>
      </dgm:prSet>
      <dgm:spPr/>
      <dgm:t>
        <a:bodyPr/>
        <a:lstStyle/>
        <a:p>
          <a:endParaRPr lang="zh-CN" altLang="en-US"/>
        </a:p>
      </dgm:t>
    </dgm:pt>
    <dgm:pt modelId="{5A62E7B0-E4E6-47E1-A7E9-AAED7F99D1F0}" type="pres">
      <dgm:prSet presAssocID="{EFFF08E7-6ECB-4832-BE33-56908EA650DA}" presName="level3hierChild" presStyleCnt="0"/>
      <dgm:spPr/>
    </dgm:pt>
    <dgm:pt modelId="{4C6D0985-05C5-45C5-BCA4-DEFE1728A9E1}" type="pres">
      <dgm:prSet presAssocID="{0A85F6AE-DB4D-4BED-8175-78B93AF68727}" presName="conn2-1" presStyleLbl="parChTrans1D3" presStyleIdx="4" presStyleCnt="5"/>
      <dgm:spPr/>
      <dgm:t>
        <a:bodyPr/>
        <a:lstStyle/>
        <a:p>
          <a:endParaRPr lang="zh-CN" altLang="en-US"/>
        </a:p>
      </dgm:t>
    </dgm:pt>
    <dgm:pt modelId="{BB06CA34-3ED7-452A-ABD5-9906440171C1}" type="pres">
      <dgm:prSet presAssocID="{0A85F6AE-DB4D-4BED-8175-78B93AF68727}" presName="connTx" presStyleLbl="parChTrans1D3" presStyleIdx="4" presStyleCnt="5"/>
      <dgm:spPr/>
      <dgm:t>
        <a:bodyPr/>
        <a:lstStyle/>
        <a:p>
          <a:endParaRPr lang="zh-CN" altLang="en-US"/>
        </a:p>
      </dgm:t>
    </dgm:pt>
    <dgm:pt modelId="{7FC902CD-2DA7-412F-B86B-E74E4171135D}" type="pres">
      <dgm:prSet presAssocID="{628E024B-1687-44FD-97DE-7C16B10977C9}" presName="root2" presStyleCnt="0"/>
      <dgm:spPr/>
    </dgm:pt>
    <dgm:pt modelId="{D55FE822-0F18-4B4B-BFDC-7ED3A9C65A66}" type="pres">
      <dgm:prSet presAssocID="{628E024B-1687-44FD-97DE-7C16B10977C9}" presName="LevelTwoTextNode" presStyleLbl="node3" presStyleIdx="4" presStyleCnt="5" custScaleX="156763">
        <dgm:presLayoutVars>
          <dgm:chPref val="3"/>
        </dgm:presLayoutVars>
      </dgm:prSet>
      <dgm:spPr/>
      <dgm:t>
        <a:bodyPr/>
        <a:lstStyle/>
        <a:p>
          <a:endParaRPr lang="zh-CN" altLang="en-US"/>
        </a:p>
      </dgm:t>
    </dgm:pt>
    <dgm:pt modelId="{F47D6C23-D993-432D-BB52-88522CCA05C4}" type="pres">
      <dgm:prSet presAssocID="{628E024B-1687-44FD-97DE-7C16B10977C9}" presName="level3hierChild" presStyleCnt="0"/>
      <dgm:spPr/>
    </dgm:pt>
  </dgm:ptLst>
  <dgm:cxnLst>
    <dgm:cxn modelId="{2016CA26-1F51-4B7A-8145-C54A307CCC02}" type="presOf" srcId="{318F6580-55EC-463C-AE27-2F6E80BBE4F2}" destId="{A77F93AD-DAE0-4221-9648-4A46C5B692F7}" srcOrd="0" destOrd="0" presId="urn:microsoft.com/office/officeart/2005/8/layout/hierarchy2"/>
    <dgm:cxn modelId="{14E3784C-9C06-4F1D-AA4F-C12BCCCBA2E6}" srcId="{2D66D96D-6C01-439A-A78D-B521CE728AB1}" destId="{5A7A0805-BD68-4E93-BB2E-E41A0BF9CE0E}" srcOrd="2" destOrd="0" parTransId="{75C14472-4A51-46D6-B406-54EA98C47867}" sibTransId="{B6067404-0414-4D71-A2AB-6A713946982C}"/>
    <dgm:cxn modelId="{9BA81F11-367C-416A-800C-7972D07B9591}" type="presOf" srcId="{888A0EE7-4B2D-408B-9CA6-43D12C9AE1F2}" destId="{610D752D-2638-4D69-B900-90D8A7185892}" srcOrd="0" destOrd="0" presId="urn:microsoft.com/office/officeart/2005/8/layout/hierarchy2"/>
    <dgm:cxn modelId="{D4BEA948-C135-4CDA-BC19-4365069C6FBC}" type="presOf" srcId="{5D40DBBE-E6D8-42EA-A8BD-A91EDEDF98F6}" destId="{19AB304C-BA08-4C4D-944A-DBD069774EF5}" srcOrd="0" destOrd="0" presId="urn:microsoft.com/office/officeart/2005/8/layout/hierarchy2"/>
    <dgm:cxn modelId="{8887D222-D2EF-4A22-A65C-F4CBA1448053}" type="presOf" srcId="{A68BA081-3783-48FC-AAE8-E0530667380B}" destId="{C4C0048F-3102-4ADD-84F4-4BFF9A3E814A}" srcOrd="1" destOrd="0" presId="urn:microsoft.com/office/officeart/2005/8/layout/hierarchy2"/>
    <dgm:cxn modelId="{EABD0BFD-75E1-4106-8196-661217CD94E3}" type="presOf" srcId="{0A85F6AE-DB4D-4BED-8175-78B93AF68727}" destId="{4C6D0985-05C5-45C5-BCA4-DEFE1728A9E1}" srcOrd="0" destOrd="0" presId="urn:microsoft.com/office/officeart/2005/8/layout/hierarchy2"/>
    <dgm:cxn modelId="{AB4B4BAB-7AEC-49E1-A712-0974025BEE68}" type="presOf" srcId="{8A32DFFC-E9BA-40B8-A960-2DC751805F49}" destId="{455A55BD-F0B0-4C1A-A5A5-5E465AE332B7}" srcOrd="0" destOrd="0" presId="urn:microsoft.com/office/officeart/2005/8/layout/hierarchy2"/>
    <dgm:cxn modelId="{48A42202-B68B-4B2A-85E8-5C8DD16DE29E}" type="presOf" srcId="{C46ACE45-DB77-4E8E-88DF-8849E092CB7B}" destId="{804538CC-83A6-4D55-9391-4E3D4BE7E8A5}" srcOrd="0" destOrd="0" presId="urn:microsoft.com/office/officeart/2005/8/layout/hierarchy2"/>
    <dgm:cxn modelId="{DE149359-4EF7-46D5-9873-506D1AC38FCD}" type="presOf" srcId="{5865A54B-649B-4441-9E20-74CCFEAD90EB}" destId="{5F5D64F8-7CF2-412E-AB51-231F63767CBE}" srcOrd="0" destOrd="0" presId="urn:microsoft.com/office/officeart/2005/8/layout/hierarchy2"/>
    <dgm:cxn modelId="{8D65E8B4-5DD2-45C9-BC5F-627566852E58}" srcId="{318F6580-55EC-463C-AE27-2F6E80BBE4F2}" destId="{693D64F9-68E0-478A-893D-723DAA5E8A55}" srcOrd="0" destOrd="0" parTransId="{142C3DD4-0652-42F6-B8D9-E099025E772F}" sibTransId="{9BB5E173-AF0A-44E4-840D-997F1ED3186B}"/>
    <dgm:cxn modelId="{153FB387-53E8-4F42-9C49-8A0E3CF6F50C}" srcId="{2D66D96D-6C01-439A-A78D-B521CE728AB1}" destId="{D50A57D6-F110-4C24-BEE3-DBD0F76947F9}" srcOrd="0" destOrd="0" parTransId="{8A32DFFC-E9BA-40B8-A960-2DC751805F49}" sibTransId="{F607BFE2-1F8E-4AB7-B1E9-2E5D2AA6DD41}"/>
    <dgm:cxn modelId="{3B45796F-6CB6-42EB-A534-F72CA8A5FC63}" type="presOf" srcId="{8A32DFFC-E9BA-40B8-A960-2DC751805F49}" destId="{A507E7AC-6109-427C-AC21-0668E9A30518}" srcOrd="1" destOrd="0" presId="urn:microsoft.com/office/officeart/2005/8/layout/hierarchy2"/>
    <dgm:cxn modelId="{113F7566-B987-48EC-8683-2AD856E79468}" type="presOf" srcId="{A68BA081-3783-48FC-AAE8-E0530667380B}" destId="{4129D0F1-8DC0-4D6E-9FAD-51DC8A204B1D}" srcOrd="0" destOrd="0" presId="urn:microsoft.com/office/officeart/2005/8/layout/hierarchy2"/>
    <dgm:cxn modelId="{992E22DF-4986-4CA6-A0C4-5B02065845BB}" srcId="{D50A57D6-F110-4C24-BEE3-DBD0F76947F9}" destId="{7027806D-0A23-4D14-88AA-CE4752EE6912}" srcOrd="0" destOrd="0" parTransId="{888A0EE7-4B2D-408B-9CA6-43D12C9AE1F2}" sibTransId="{3ADA11C6-4541-4481-B43A-B50032392254}"/>
    <dgm:cxn modelId="{922BA038-0C66-42E9-AF55-3A68DA3B2997}" type="presOf" srcId="{8006FA1E-7AE8-436C-9EBF-016CD9796B0D}" destId="{D605FD48-AE88-44F8-A021-D4BAC0875B36}" srcOrd="0" destOrd="0" presId="urn:microsoft.com/office/officeart/2005/8/layout/hierarchy2"/>
    <dgm:cxn modelId="{DC574B62-BC6B-47A0-95D8-874D8D2F2544}" srcId="{2D66D96D-6C01-439A-A78D-B521CE728AB1}" destId="{EFFF08E7-6ECB-4832-BE33-56908EA650DA}" srcOrd="4" destOrd="0" parTransId="{C46ACE45-DB77-4E8E-88DF-8849E092CB7B}" sibTransId="{45B96A34-40B2-4566-A43A-91D0D18F03F5}"/>
    <dgm:cxn modelId="{F7128A8B-D35A-4E47-8E73-FBC52A57EDFD}" srcId="{5A7A0805-BD68-4E93-BB2E-E41A0BF9CE0E}" destId="{5865A54B-649B-4441-9E20-74CCFEAD90EB}" srcOrd="0" destOrd="0" parTransId="{F281620E-39CB-4170-8F6C-E497C8A82CEA}" sibTransId="{3BE8D7ED-B5C0-4F3A-8C8C-464FBF327089}"/>
    <dgm:cxn modelId="{FC38BA59-BC90-48A1-9AF1-53275CEB259E}" type="presOf" srcId="{5A7A0805-BD68-4E93-BB2E-E41A0BF9CE0E}" destId="{087D4B3B-8FF3-4CCC-AE9B-C1FA9CFD5AB6}" srcOrd="0" destOrd="0" presId="urn:microsoft.com/office/officeart/2005/8/layout/hierarchy2"/>
    <dgm:cxn modelId="{30204056-D653-4AC7-B792-1A0C8ED71055}" type="presOf" srcId="{C46ACE45-DB77-4E8E-88DF-8849E092CB7B}" destId="{397CC507-F5B0-483E-9BEC-721975B07D01}" srcOrd="1" destOrd="0" presId="urn:microsoft.com/office/officeart/2005/8/layout/hierarchy2"/>
    <dgm:cxn modelId="{5BFD9EDE-1CEE-4FD2-B61C-CFAF9034FFF4}" srcId="{2D66D96D-6C01-439A-A78D-B521CE728AB1}" destId="{D6873974-B7AB-431C-A3B4-5BD192EAC1C5}" srcOrd="3" destOrd="0" parTransId="{A68BA081-3783-48FC-AAE8-E0530667380B}" sibTransId="{BE0556C4-2C74-43C9-83DD-6DA66C7668AB}"/>
    <dgm:cxn modelId="{272B176D-4437-4705-A15E-BC5069C662C9}" type="presOf" srcId="{142C3DD4-0652-42F6-B8D9-E099025E772F}" destId="{73389FE3-E341-44E0-B282-1661C96B2B2D}" srcOrd="0" destOrd="0" presId="urn:microsoft.com/office/officeart/2005/8/layout/hierarchy2"/>
    <dgm:cxn modelId="{6CC28EB0-83DD-4043-86EB-7B34A7B05255}" type="presOf" srcId="{D50A57D6-F110-4C24-BEE3-DBD0F76947F9}" destId="{08D43090-AC91-4890-BDFF-C61E77458B87}" srcOrd="0" destOrd="0" presId="urn:microsoft.com/office/officeart/2005/8/layout/hierarchy2"/>
    <dgm:cxn modelId="{20DDD970-A2F9-4C19-AE61-E0353C6E9D96}" type="presOf" srcId="{0A85F6AE-DB4D-4BED-8175-78B93AF68727}" destId="{BB06CA34-3ED7-452A-ABD5-9906440171C1}" srcOrd="1" destOrd="0" presId="urn:microsoft.com/office/officeart/2005/8/layout/hierarchy2"/>
    <dgm:cxn modelId="{85E941B4-B7A2-42D1-9EB8-10A07CC79F53}" type="presOf" srcId="{75C14472-4A51-46D6-B406-54EA98C47867}" destId="{806628CA-25E8-4211-94C4-4B8AE3115559}" srcOrd="0" destOrd="0" presId="urn:microsoft.com/office/officeart/2005/8/layout/hierarchy2"/>
    <dgm:cxn modelId="{5691388E-BDE8-41F4-B447-DD26CB1248D8}" type="presOf" srcId="{A219A846-3D9B-4BD7-A587-731656E9F8D9}" destId="{EB7E83ED-C578-4190-9FAC-6035E415FAD4}" srcOrd="0" destOrd="0" presId="urn:microsoft.com/office/officeart/2005/8/layout/hierarchy2"/>
    <dgm:cxn modelId="{EABBE809-E044-465B-9EDC-194FF4210E8F}" type="presOf" srcId="{75C14472-4A51-46D6-B406-54EA98C47867}" destId="{D27178AB-AA67-4D37-A634-9A273BB3F03A}" srcOrd="1" destOrd="0" presId="urn:microsoft.com/office/officeart/2005/8/layout/hierarchy2"/>
    <dgm:cxn modelId="{81B90281-C51E-4F46-B64A-4B4D78014573}" srcId="{2D66D96D-6C01-439A-A78D-B521CE728AB1}" destId="{318F6580-55EC-463C-AE27-2F6E80BBE4F2}" srcOrd="1" destOrd="0" parTransId="{A219A846-3D9B-4BD7-A587-731656E9F8D9}" sibTransId="{D9DE9FC0-06F6-4E65-A424-7AA8DB2AB854}"/>
    <dgm:cxn modelId="{C3EF1314-C63F-47E6-9D81-9FFF22A67E7F}" type="presOf" srcId="{F281620E-39CB-4170-8F6C-E497C8A82CEA}" destId="{88A4058C-13BB-4E76-9055-A7564E0A8D60}" srcOrd="0" destOrd="0" presId="urn:microsoft.com/office/officeart/2005/8/layout/hierarchy2"/>
    <dgm:cxn modelId="{D675074F-23C7-4DF6-9B04-D0D20DAD777E}" type="presOf" srcId="{F281620E-39CB-4170-8F6C-E497C8A82CEA}" destId="{6678E61D-E99B-49E9-AFF8-A2ED0EDE39E8}" srcOrd="1" destOrd="0" presId="urn:microsoft.com/office/officeart/2005/8/layout/hierarchy2"/>
    <dgm:cxn modelId="{92A418A6-25E4-454C-9C96-C0854378B920}" type="presOf" srcId="{A219A846-3D9B-4BD7-A587-731656E9F8D9}" destId="{51F3606F-0288-42DA-8520-B5F8431C403E}" srcOrd="1" destOrd="0" presId="urn:microsoft.com/office/officeart/2005/8/layout/hierarchy2"/>
    <dgm:cxn modelId="{B80ACFC1-3249-47BE-9A24-0CE7C01F3E74}" type="presOf" srcId="{888A0EE7-4B2D-408B-9CA6-43D12C9AE1F2}" destId="{667A7926-BA99-48CF-9769-115AD76ED1CC}" srcOrd="1" destOrd="0" presId="urn:microsoft.com/office/officeart/2005/8/layout/hierarchy2"/>
    <dgm:cxn modelId="{08C8EF7B-B151-47BB-80C4-CA7565F9032C}" type="presOf" srcId="{9D05DFFB-72AC-402F-B8D9-CCD28CF65D98}" destId="{5500348A-C1B5-4A24-AEE9-58D42E6EB0A9}" srcOrd="1" destOrd="0" presId="urn:microsoft.com/office/officeart/2005/8/layout/hierarchy2"/>
    <dgm:cxn modelId="{E90439D6-91A6-4E9C-8187-E8BB0848EA9B}" type="presOf" srcId="{EFFF08E7-6ECB-4832-BE33-56908EA650DA}" destId="{A75521A3-45C3-4040-818D-2DF8E5F82ED2}" srcOrd="0" destOrd="0" presId="urn:microsoft.com/office/officeart/2005/8/layout/hierarchy2"/>
    <dgm:cxn modelId="{CD9A7B29-4627-429D-AB3C-4BE82E27530F}" srcId="{EFFF08E7-6ECB-4832-BE33-56908EA650DA}" destId="{628E024B-1687-44FD-97DE-7C16B10977C9}" srcOrd="0" destOrd="0" parTransId="{0A85F6AE-DB4D-4BED-8175-78B93AF68727}" sibTransId="{DF7618B9-244A-4AEB-8E0B-2C7331C80623}"/>
    <dgm:cxn modelId="{988D7684-DAF7-40D6-8936-D2568DB6A9C9}" type="presOf" srcId="{9D05DFFB-72AC-402F-B8D9-CCD28CF65D98}" destId="{68BE2C43-ED2C-4556-A421-13AFCA4BE992}" srcOrd="0" destOrd="0" presId="urn:microsoft.com/office/officeart/2005/8/layout/hierarchy2"/>
    <dgm:cxn modelId="{51F9DF3B-0082-47ED-B4D0-45C66F608BF5}" type="presOf" srcId="{7027806D-0A23-4D14-88AA-CE4752EE6912}" destId="{814A8EAB-F625-4C2C-BD67-557F46DCE487}" srcOrd="0" destOrd="0" presId="urn:microsoft.com/office/officeart/2005/8/layout/hierarchy2"/>
    <dgm:cxn modelId="{3A70AA89-0BD4-4885-B0C7-DDD30D0BC2E8}" type="presOf" srcId="{142C3DD4-0652-42F6-B8D9-E099025E772F}" destId="{2830674B-D613-4488-B96A-B2825F32D74D}" srcOrd="1" destOrd="0" presId="urn:microsoft.com/office/officeart/2005/8/layout/hierarchy2"/>
    <dgm:cxn modelId="{E1B73761-EB28-47AA-A11F-2F62B96692C5}" type="presOf" srcId="{628E024B-1687-44FD-97DE-7C16B10977C9}" destId="{D55FE822-0F18-4B4B-BFDC-7ED3A9C65A66}" srcOrd="0" destOrd="0" presId="urn:microsoft.com/office/officeart/2005/8/layout/hierarchy2"/>
    <dgm:cxn modelId="{3CA90D5C-255F-4C0B-9EEE-1A7588AFF5DD}" type="presOf" srcId="{D6873974-B7AB-431C-A3B4-5BD192EAC1C5}" destId="{FFCCF6FC-DAF2-406B-91C5-A6324296551D}" srcOrd="0" destOrd="0" presId="urn:microsoft.com/office/officeart/2005/8/layout/hierarchy2"/>
    <dgm:cxn modelId="{BE41D4F3-9E44-4DC1-8E49-0B9E93B8A358}" srcId="{D6873974-B7AB-431C-A3B4-5BD192EAC1C5}" destId="{5D40DBBE-E6D8-42EA-A8BD-A91EDEDF98F6}" srcOrd="0" destOrd="0" parTransId="{9D05DFFB-72AC-402F-B8D9-CCD28CF65D98}" sibTransId="{2612C545-DF7B-4F38-8085-D2F5F517CDBD}"/>
    <dgm:cxn modelId="{7445FABE-DBE8-4AE4-95D1-D82E1A26B6D1}" type="presOf" srcId="{2D66D96D-6C01-439A-A78D-B521CE728AB1}" destId="{DCA89ECC-FA09-42A5-821F-390768D04CFA}" srcOrd="0" destOrd="0" presId="urn:microsoft.com/office/officeart/2005/8/layout/hierarchy2"/>
    <dgm:cxn modelId="{330F06D7-64EA-46EC-9CC8-B3BFB346D1E8}" srcId="{8006FA1E-7AE8-436C-9EBF-016CD9796B0D}" destId="{2D66D96D-6C01-439A-A78D-B521CE728AB1}" srcOrd="0" destOrd="0" parTransId="{7F1EB7FC-7FF0-443E-93E5-18812188000B}" sibTransId="{D24AF81A-BB67-4627-8C8E-9D5DC0492057}"/>
    <dgm:cxn modelId="{8B3DFADA-0663-4459-9BF5-185425E12C4C}" type="presOf" srcId="{693D64F9-68E0-478A-893D-723DAA5E8A55}" destId="{017999BB-4B25-4642-9021-3312EFD36410}" srcOrd="0" destOrd="0" presId="urn:microsoft.com/office/officeart/2005/8/layout/hierarchy2"/>
    <dgm:cxn modelId="{A0BA87BD-6255-49AB-AD6D-329D9E7DB3EA}" type="presParOf" srcId="{D605FD48-AE88-44F8-A021-D4BAC0875B36}" destId="{526AF357-C544-4801-8DA1-4413224D8AC2}" srcOrd="0" destOrd="0" presId="urn:microsoft.com/office/officeart/2005/8/layout/hierarchy2"/>
    <dgm:cxn modelId="{6886CD54-C409-4C23-AD30-633205EFD9E4}" type="presParOf" srcId="{526AF357-C544-4801-8DA1-4413224D8AC2}" destId="{DCA89ECC-FA09-42A5-821F-390768D04CFA}" srcOrd="0" destOrd="0" presId="urn:microsoft.com/office/officeart/2005/8/layout/hierarchy2"/>
    <dgm:cxn modelId="{639F5512-B5F5-4CF3-AD96-BFB3233303CB}" type="presParOf" srcId="{526AF357-C544-4801-8DA1-4413224D8AC2}" destId="{238CBEA7-3F9A-4796-A463-27D71B280698}" srcOrd="1" destOrd="0" presId="urn:microsoft.com/office/officeart/2005/8/layout/hierarchy2"/>
    <dgm:cxn modelId="{2DB56B04-4AE0-4012-B1FC-4D1562D881F3}" type="presParOf" srcId="{238CBEA7-3F9A-4796-A463-27D71B280698}" destId="{455A55BD-F0B0-4C1A-A5A5-5E465AE332B7}" srcOrd="0" destOrd="0" presId="urn:microsoft.com/office/officeart/2005/8/layout/hierarchy2"/>
    <dgm:cxn modelId="{5605B095-A9C1-4D86-8D08-0C4807BE7369}" type="presParOf" srcId="{455A55BD-F0B0-4C1A-A5A5-5E465AE332B7}" destId="{A507E7AC-6109-427C-AC21-0668E9A30518}" srcOrd="0" destOrd="0" presId="urn:microsoft.com/office/officeart/2005/8/layout/hierarchy2"/>
    <dgm:cxn modelId="{F70877EE-EA29-4C10-A532-02BEB307081F}" type="presParOf" srcId="{238CBEA7-3F9A-4796-A463-27D71B280698}" destId="{D7765FED-A3BA-490B-BBFD-6910681A541E}" srcOrd="1" destOrd="0" presId="urn:microsoft.com/office/officeart/2005/8/layout/hierarchy2"/>
    <dgm:cxn modelId="{15FBAE43-D002-4CAE-816A-4027969C175B}" type="presParOf" srcId="{D7765FED-A3BA-490B-BBFD-6910681A541E}" destId="{08D43090-AC91-4890-BDFF-C61E77458B87}" srcOrd="0" destOrd="0" presId="urn:microsoft.com/office/officeart/2005/8/layout/hierarchy2"/>
    <dgm:cxn modelId="{E2BD133D-790B-4C0E-BABE-29245257727F}" type="presParOf" srcId="{D7765FED-A3BA-490B-BBFD-6910681A541E}" destId="{B5BD44CE-78BE-4642-BBF3-0DD2D260CDB8}" srcOrd="1" destOrd="0" presId="urn:microsoft.com/office/officeart/2005/8/layout/hierarchy2"/>
    <dgm:cxn modelId="{679230DE-10E6-418C-8120-B3F53972C21E}" type="presParOf" srcId="{B5BD44CE-78BE-4642-BBF3-0DD2D260CDB8}" destId="{610D752D-2638-4D69-B900-90D8A7185892}" srcOrd="0" destOrd="0" presId="urn:microsoft.com/office/officeart/2005/8/layout/hierarchy2"/>
    <dgm:cxn modelId="{84EF84BE-908F-4C0D-9BD4-3C1D8F4FDE08}" type="presParOf" srcId="{610D752D-2638-4D69-B900-90D8A7185892}" destId="{667A7926-BA99-48CF-9769-115AD76ED1CC}" srcOrd="0" destOrd="0" presId="urn:microsoft.com/office/officeart/2005/8/layout/hierarchy2"/>
    <dgm:cxn modelId="{DED3FE93-50D1-4904-B8FD-CC29E1562E97}" type="presParOf" srcId="{B5BD44CE-78BE-4642-BBF3-0DD2D260CDB8}" destId="{B0A2C17A-9D2A-41EB-A421-AE7F494A1EE6}" srcOrd="1" destOrd="0" presId="urn:microsoft.com/office/officeart/2005/8/layout/hierarchy2"/>
    <dgm:cxn modelId="{61621257-EFA1-4382-8034-F28190EA9916}" type="presParOf" srcId="{B0A2C17A-9D2A-41EB-A421-AE7F494A1EE6}" destId="{814A8EAB-F625-4C2C-BD67-557F46DCE487}" srcOrd="0" destOrd="0" presId="urn:microsoft.com/office/officeart/2005/8/layout/hierarchy2"/>
    <dgm:cxn modelId="{ED78D61B-B822-4672-ABE9-11B1D3056BB8}" type="presParOf" srcId="{B0A2C17A-9D2A-41EB-A421-AE7F494A1EE6}" destId="{75C529E8-CDB5-4176-A533-FF4D8CB3123C}" srcOrd="1" destOrd="0" presId="urn:microsoft.com/office/officeart/2005/8/layout/hierarchy2"/>
    <dgm:cxn modelId="{092467ED-ABE9-4539-9B2D-016637F85DA8}" type="presParOf" srcId="{238CBEA7-3F9A-4796-A463-27D71B280698}" destId="{EB7E83ED-C578-4190-9FAC-6035E415FAD4}" srcOrd="2" destOrd="0" presId="urn:microsoft.com/office/officeart/2005/8/layout/hierarchy2"/>
    <dgm:cxn modelId="{373F8AA5-67E9-49BA-B356-F66D1D8D4DD4}" type="presParOf" srcId="{EB7E83ED-C578-4190-9FAC-6035E415FAD4}" destId="{51F3606F-0288-42DA-8520-B5F8431C403E}" srcOrd="0" destOrd="0" presId="urn:microsoft.com/office/officeart/2005/8/layout/hierarchy2"/>
    <dgm:cxn modelId="{4BCDD8D6-291D-425E-99A1-FE59B612E202}" type="presParOf" srcId="{238CBEA7-3F9A-4796-A463-27D71B280698}" destId="{2B5221A8-000C-4398-9905-6644D109BE82}" srcOrd="3" destOrd="0" presId="urn:microsoft.com/office/officeart/2005/8/layout/hierarchy2"/>
    <dgm:cxn modelId="{748A02FB-3F04-4DAE-B78A-D9C42DA0DCB1}" type="presParOf" srcId="{2B5221A8-000C-4398-9905-6644D109BE82}" destId="{A77F93AD-DAE0-4221-9648-4A46C5B692F7}" srcOrd="0" destOrd="0" presId="urn:microsoft.com/office/officeart/2005/8/layout/hierarchy2"/>
    <dgm:cxn modelId="{E5E98144-C4B8-46F2-8D43-A90C83A7D35F}" type="presParOf" srcId="{2B5221A8-000C-4398-9905-6644D109BE82}" destId="{A041756B-9A6F-4CC6-97D2-3E4CB8214D78}" srcOrd="1" destOrd="0" presId="urn:microsoft.com/office/officeart/2005/8/layout/hierarchy2"/>
    <dgm:cxn modelId="{7D86D07B-25BE-48DC-A432-235B073100EC}" type="presParOf" srcId="{A041756B-9A6F-4CC6-97D2-3E4CB8214D78}" destId="{73389FE3-E341-44E0-B282-1661C96B2B2D}" srcOrd="0" destOrd="0" presId="urn:microsoft.com/office/officeart/2005/8/layout/hierarchy2"/>
    <dgm:cxn modelId="{7AB84CBC-FB3D-4AF2-9556-AD8AD812836A}" type="presParOf" srcId="{73389FE3-E341-44E0-B282-1661C96B2B2D}" destId="{2830674B-D613-4488-B96A-B2825F32D74D}" srcOrd="0" destOrd="0" presId="urn:microsoft.com/office/officeart/2005/8/layout/hierarchy2"/>
    <dgm:cxn modelId="{8502C1B2-983B-44EE-A7DA-C2D6B0122E0F}" type="presParOf" srcId="{A041756B-9A6F-4CC6-97D2-3E4CB8214D78}" destId="{C653F671-96C9-4ECF-88BF-80F43EDEC417}" srcOrd="1" destOrd="0" presId="urn:microsoft.com/office/officeart/2005/8/layout/hierarchy2"/>
    <dgm:cxn modelId="{14E0CDF6-B1BA-43AC-A66C-7168DAA58973}" type="presParOf" srcId="{C653F671-96C9-4ECF-88BF-80F43EDEC417}" destId="{017999BB-4B25-4642-9021-3312EFD36410}" srcOrd="0" destOrd="0" presId="urn:microsoft.com/office/officeart/2005/8/layout/hierarchy2"/>
    <dgm:cxn modelId="{C738B17A-B17D-4E5D-81EA-C300FAAE2B95}" type="presParOf" srcId="{C653F671-96C9-4ECF-88BF-80F43EDEC417}" destId="{239D3643-FD34-4B9A-8DEE-1D61ECC16390}" srcOrd="1" destOrd="0" presId="urn:microsoft.com/office/officeart/2005/8/layout/hierarchy2"/>
    <dgm:cxn modelId="{08E538B2-839D-43D8-B10D-390FC3C00488}" type="presParOf" srcId="{238CBEA7-3F9A-4796-A463-27D71B280698}" destId="{806628CA-25E8-4211-94C4-4B8AE3115559}" srcOrd="4" destOrd="0" presId="urn:microsoft.com/office/officeart/2005/8/layout/hierarchy2"/>
    <dgm:cxn modelId="{6D72D6DB-8F73-4188-B309-777DF6E5C32B}" type="presParOf" srcId="{806628CA-25E8-4211-94C4-4B8AE3115559}" destId="{D27178AB-AA67-4D37-A634-9A273BB3F03A}" srcOrd="0" destOrd="0" presId="urn:microsoft.com/office/officeart/2005/8/layout/hierarchy2"/>
    <dgm:cxn modelId="{0FA41068-40EC-465F-9F74-D3C04261FF71}" type="presParOf" srcId="{238CBEA7-3F9A-4796-A463-27D71B280698}" destId="{2056B6F8-4A89-4978-8E5F-812ED5F8C4CA}" srcOrd="5" destOrd="0" presId="urn:microsoft.com/office/officeart/2005/8/layout/hierarchy2"/>
    <dgm:cxn modelId="{48A8BE41-80A6-4A76-A65F-FD15865B5156}" type="presParOf" srcId="{2056B6F8-4A89-4978-8E5F-812ED5F8C4CA}" destId="{087D4B3B-8FF3-4CCC-AE9B-C1FA9CFD5AB6}" srcOrd="0" destOrd="0" presId="urn:microsoft.com/office/officeart/2005/8/layout/hierarchy2"/>
    <dgm:cxn modelId="{0F6E3855-F0E5-4C16-AD1E-FC30FCB835B8}" type="presParOf" srcId="{2056B6F8-4A89-4978-8E5F-812ED5F8C4CA}" destId="{CA22A86B-D1B4-4C71-8864-335685BBBD0E}" srcOrd="1" destOrd="0" presId="urn:microsoft.com/office/officeart/2005/8/layout/hierarchy2"/>
    <dgm:cxn modelId="{732F5F3C-33F8-4577-B8A5-A5E2D4CDF01F}" type="presParOf" srcId="{CA22A86B-D1B4-4C71-8864-335685BBBD0E}" destId="{88A4058C-13BB-4E76-9055-A7564E0A8D60}" srcOrd="0" destOrd="0" presId="urn:microsoft.com/office/officeart/2005/8/layout/hierarchy2"/>
    <dgm:cxn modelId="{61638CF1-0D6A-426C-BB5D-B3E975CC5BB1}" type="presParOf" srcId="{88A4058C-13BB-4E76-9055-A7564E0A8D60}" destId="{6678E61D-E99B-49E9-AFF8-A2ED0EDE39E8}" srcOrd="0" destOrd="0" presId="urn:microsoft.com/office/officeart/2005/8/layout/hierarchy2"/>
    <dgm:cxn modelId="{B81942CC-034C-46D0-AE42-006A69777CD1}" type="presParOf" srcId="{CA22A86B-D1B4-4C71-8864-335685BBBD0E}" destId="{8A8A4F95-5C52-4E9E-ABA5-6DA34F09EF07}" srcOrd="1" destOrd="0" presId="urn:microsoft.com/office/officeart/2005/8/layout/hierarchy2"/>
    <dgm:cxn modelId="{7C664988-04B3-4590-AC0E-CA665D0920AF}" type="presParOf" srcId="{8A8A4F95-5C52-4E9E-ABA5-6DA34F09EF07}" destId="{5F5D64F8-7CF2-412E-AB51-231F63767CBE}" srcOrd="0" destOrd="0" presId="urn:microsoft.com/office/officeart/2005/8/layout/hierarchy2"/>
    <dgm:cxn modelId="{FC6D3098-02BA-4E33-9611-1C34F286AC57}" type="presParOf" srcId="{8A8A4F95-5C52-4E9E-ABA5-6DA34F09EF07}" destId="{9CE6C0DC-561C-401F-9049-2E5532171377}" srcOrd="1" destOrd="0" presId="urn:microsoft.com/office/officeart/2005/8/layout/hierarchy2"/>
    <dgm:cxn modelId="{D410EEE5-EF6C-4956-BE2B-ED7AB84E41B2}" type="presParOf" srcId="{238CBEA7-3F9A-4796-A463-27D71B280698}" destId="{4129D0F1-8DC0-4D6E-9FAD-51DC8A204B1D}" srcOrd="6" destOrd="0" presId="urn:microsoft.com/office/officeart/2005/8/layout/hierarchy2"/>
    <dgm:cxn modelId="{C9C86280-2D50-48F0-BB12-2E33DDC40800}" type="presParOf" srcId="{4129D0F1-8DC0-4D6E-9FAD-51DC8A204B1D}" destId="{C4C0048F-3102-4ADD-84F4-4BFF9A3E814A}" srcOrd="0" destOrd="0" presId="urn:microsoft.com/office/officeart/2005/8/layout/hierarchy2"/>
    <dgm:cxn modelId="{E072305E-29FB-447D-8127-393F3593F96F}" type="presParOf" srcId="{238CBEA7-3F9A-4796-A463-27D71B280698}" destId="{5662B8BC-E406-4846-9C96-88C0FC3D0491}" srcOrd="7" destOrd="0" presId="urn:microsoft.com/office/officeart/2005/8/layout/hierarchy2"/>
    <dgm:cxn modelId="{0CB264DD-8397-4B18-85A1-19CA485CE7E0}" type="presParOf" srcId="{5662B8BC-E406-4846-9C96-88C0FC3D0491}" destId="{FFCCF6FC-DAF2-406B-91C5-A6324296551D}" srcOrd="0" destOrd="0" presId="urn:microsoft.com/office/officeart/2005/8/layout/hierarchy2"/>
    <dgm:cxn modelId="{9AA5BF2D-EC69-4B86-B85D-29784768F553}" type="presParOf" srcId="{5662B8BC-E406-4846-9C96-88C0FC3D0491}" destId="{592D3278-5A97-4222-A6F9-69403C7E7321}" srcOrd="1" destOrd="0" presId="urn:microsoft.com/office/officeart/2005/8/layout/hierarchy2"/>
    <dgm:cxn modelId="{58830C1F-07AB-435A-869E-3738FE72AC3A}" type="presParOf" srcId="{592D3278-5A97-4222-A6F9-69403C7E7321}" destId="{68BE2C43-ED2C-4556-A421-13AFCA4BE992}" srcOrd="0" destOrd="0" presId="urn:microsoft.com/office/officeart/2005/8/layout/hierarchy2"/>
    <dgm:cxn modelId="{63D62F92-5030-4024-BB80-F6568121A273}" type="presParOf" srcId="{68BE2C43-ED2C-4556-A421-13AFCA4BE992}" destId="{5500348A-C1B5-4A24-AEE9-58D42E6EB0A9}" srcOrd="0" destOrd="0" presId="urn:microsoft.com/office/officeart/2005/8/layout/hierarchy2"/>
    <dgm:cxn modelId="{435C29D7-DF69-4092-B6B4-6461A3DEDB1F}" type="presParOf" srcId="{592D3278-5A97-4222-A6F9-69403C7E7321}" destId="{F7A75C40-744B-4263-A694-DADD4A160355}" srcOrd="1" destOrd="0" presId="urn:microsoft.com/office/officeart/2005/8/layout/hierarchy2"/>
    <dgm:cxn modelId="{71253F1C-77EF-4688-865E-401370288064}" type="presParOf" srcId="{F7A75C40-744B-4263-A694-DADD4A160355}" destId="{19AB304C-BA08-4C4D-944A-DBD069774EF5}" srcOrd="0" destOrd="0" presId="urn:microsoft.com/office/officeart/2005/8/layout/hierarchy2"/>
    <dgm:cxn modelId="{16DF87CB-D397-4905-A2CC-0D5A0F32A96C}" type="presParOf" srcId="{F7A75C40-744B-4263-A694-DADD4A160355}" destId="{A5DD0D64-E3D0-4890-86C8-2F7B46BC49A6}" srcOrd="1" destOrd="0" presId="urn:microsoft.com/office/officeart/2005/8/layout/hierarchy2"/>
    <dgm:cxn modelId="{8817FE8E-BB6C-45DA-A1EA-E0B2C3103D86}" type="presParOf" srcId="{238CBEA7-3F9A-4796-A463-27D71B280698}" destId="{804538CC-83A6-4D55-9391-4E3D4BE7E8A5}" srcOrd="8" destOrd="0" presId="urn:microsoft.com/office/officeart/2005/8/layout/hierarchy2"/>
    <dgm:cxn modelId="{3C0F2B56-D979-43BC-AB67-A61B3480F309}" type="presParOf" srcId="{804538CC-83A6-4D55-9391-4E3D4BE7E8A5}" destId="{397CC507-F5B0-483E-9BEC-721975B07D01}" srcOrd="0" destOrd="0" presId="urn:microsoft.com/office/officeart/2005/8/layout/hierarchy2"/>
    <dgm:cxn modelId="{A027A3A4-7EFE-4FFE-AD3B-023479602300}" type="presParOf" srcId="{238CBEA7-3F9A-4796-A463-27D71B280698}" destId="{E96645CF-A82C-4E9D-9DFD-0ED989224EEA}" srcOrd="9" destOrd="0" presId="urn:microsoft.com/office/officeart/2005/8/layout/hierarchy2"/>
    <dgm:cxn modelId="{44BF3ABB-99CA-454E-98DA-2C994A1DDF81}" type="presParOf" srcId="{E96645CF-A82C-4E9D-9DFD-0ED989224EEA}" destId="{A75521A3-45C3-4040-818D-2DF8E5F82ED2}" srcOrd="0" destOrd="0" presId="urn:microsoft.com/office/officeart/2005/8/layout/hierarchy2"/>
    <dgm:cxn modelId="{E07CCC26-1323-4F66-AA01-F106A31226E5}" type="presParOf" srcId="{E96645CF-A82C-4E9D-9DFD-0ED989224EEA}" destId="{5A62E7B0-E4E6-47E1-A7E9-AAED7F99D1F0}" srcOrd="1" destOrd="0" presId="urn:microsoft.com/office/officeart/2005/8/layout/hierarchy2"/>
    <dgm:cxn modelId="{053F63F8-298E-421B-8EB6-400A3EA113CC}" type="presParOf" srcId="{5A62E7B0-E4E6-47E1-A7E9-AAED7F99D1F0}" destId="{4C6D0985-05C5-45C5-BCA4-DEFE1728A9E1}" srcOrd="0" destOrd="0" presId="urn:microsoft.com/office/officeart/2005/8/layout/hierarchy2"/>
    <dgm:cxn modelId="{41D2B4FD-B38C-4BE2-84E0-2FC59E19458E}" type="presParOf" srcId="{4C6D0985-05C5-45C5-BCA4-DEFE1728A9E1}" destId="{BB06CA34-3ED7-452A-ABD5-9906440171C1}" srcOrd="0" destOrd="0" presId="urn:microsoft.com/office/officeart/2005/8/layout/hierarchy2"/>
    <dgm:cxn modelId="{01C8FB00-DD0C-4D23-847E-FD3B598C49FC}" type="presParOf" srcId="{5A62E7B0-E4E6-47E1-A7E9-AAED7F99D1F0}" destId="{7FC902CD-2DA7-412F-B86B-E74E4171135D}" srcOrd="1" destOrd="0" presId="urn:microsoft.com/office/officeart/2005/8/layout/hierarchy2"/>
    <dgm:cxn modelId="{55106CCC-AE1F-44F3-AEC6-2606C300159A}" type="presParOf" srcId="{7FC902CD-2DA7-412F-B86B-E74E4171135D}" destId="{D55FE822-0F18-4B4B-BFDC-7ED3A9C65A66}" srcOrd="0" destOrd="0" presId="urn:microsoft.com/office/officeart/2005/8/layout/hierarchy2"/>
    <dgm:cxn modelId="{4EC88615-5984-4868-A56D-07A8197E1F73}" type="presParOf" srcId="{7FC902CD-2DA7-412F-B86B-E74E4171135D}" destId="{F47D6C23-D993-432D-BB52-88522CCA05C4}" srcOrd="1" destOrd="0" presId="urn:microsoft.com/office/officeart/2005/8/layout/hierarchy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640AFE-129F-4E30-A663-F75628D76C2B}" type="doc">
      <dgm:prSet loTypeId="urn:microsoft.com/office/officeart/2005/8/layout/hProcess9" loCatId="process" qsTypeId="urn:microsoft.com/office/officeart/2005/8/quickstyle/simple1#3" qsCatId="simple" csTypeId="urn:microsoft.com/office/officeart/2005/8/colors/accent1_2#3" csCatId="accent1" phldr="1"/>
      <dgm:spPr/>
    </dgm:pt>
    <dgm:pt modelId="{F29D8C2E-43AD-4EAF-A5CC-CCDC818FDA88}">
      <dgm:prSet phldrT="[文本]"/>
      <dgm:spPr/>
      <dgm:t>
        <a:bodyPr/>
        <a:lstStyle/>
        <a:p>
          <a:r>
            <a:rPr lang="zh-CN" altLang="en-US" dirty="0" smtClean="0"/>
            <a:t>服从上级的责任</a:t>
          </a:r>
          <a:endParaRPr lang="zh-CN" altLang="en-US" dirty="0"/>
        </a:p>
      </dgm:t>
    </dgm:pt>
    <dgm:pt modelId="{B3D5187C-EE32-4EDB-853D-370517EF4931}" cxnId="{5DA97255-68EE-495A-841C-D33C35A88F7A}" type="parTrans">
      <dgm:prSet/>
      <dgm:spPr/>
      <dgm:t>
        <a:bodyPr/>
        <a:lstStyle/>
        <a:p>
          <a:endParaRPr lang="zh-CN" altLang="en-US"/>
        </a:p>
      </dgm:t>
    </dgm:pt>
    <dgm:pt modelId="{30D2F1E1-A25E-49F7-8198-FA1FAB24FC57}" cxnId="{5DA97255-68EE-495A-841C-D33C35A88F7A}" type="sibTrans">
      <dgm:prSet/>
      <dgm:spPr/>
      <dgm:t>
        <a:bodyPr/>
        <a:lstStyle/>
        <a:p>
          <a:endParaRPr lang="zh-CN" altLang="en-US"/>
        </a:p>
      </dgm:t>
    </dgm:pt>
    <dgm:pt modelId="{5D1943A5-D3A0-4B03-9B76-9AFAC962AE3B}">
      <dgm:prSet phldrT="[文本]"/>
      <dgm:spPr/>
      <dgm:t>
        <a:bodyPr/>
        <a:lstStyle/>
        <a:p>
          <a:r>
            <a:rPr lang="zh-CN" altLang="en-US" dirty="0" smtClean="0"/>
            <a:t>服务社会的责任</a:t>
          </a:r>
          <a:endParaRPr lang="zh-CN" altLang="en-US" dirty="0"/>
        </a:p>
      </dgm:t>
    </dgm:pt>
    <dgm:pt modelId="{CF7640EA-306F-49D8-B001-3FE44BDE2702}" cxnId="{E1A7C9ED-AF38-44CA-A56D-967D7789A57D}" type="parTrans">
      <dgm:prSet/>
      <dgm:spPr/>
      <dgm:t>
        <a:bodyPr/>
        <a:lstStyle/>
        <a:p>
          <a:endParaRPr lang="zh-CN" altLang="en-US"/>
        </a:p>
      </dgm:t>
    </dgm:pt>
    <dgm:pt modelId="{9A463B9F-A8E4-4595-87CF-138050D8536F}" cxnId="{E1A7C9ED-AF38-44CA-A56D-967D7789A57D}" type="sibTrans">
      <dgm:prSet/>
      <dgm:spPr/>
      <dgm:t>
        <a:bodyPr/>
        <a:lstStyle/>
        <a:p>
          <a:endParaRPr lang="zh-CN" altLang="en-US"/>
        </a:p>
      </dgm:t>
    </dgm:pt>
    <dgm:pt modelId="{05F24649-2300-43A5-B828-563DA5B59796}">
      <dgm:prSet phldrT="[文本]"/>
      <dgm:spPr/>
      <dgm:t>
        <a:bodyPr/>
        <a:lstStyle/>
        <a:p>
          <a:r>
            <a:rPr lang="zh-CN" altLang="en-US" dirty="0" smtClean="0"/>
            <a:t>保护环境的责任</a:t>
          </a:r>
          <a:endParaRPr lang="zh-CN" altLang="en-US" dirty="0"/>
        </a:p>
      </dgm:t>
    </dgm:pt>
    <dgm:pt modelId="{9E6308F2-1A50-41E5-9162-DA7874CCB557}" cxnId="{82FC6DA8-BB1D-4EA2-AEEF-81BE504CB1ED}" type="parTrans">
      <dgm:prSet/>
      <dgm:spPr/>
      <dgm:t>
        <a:bodyPr/>
        <a:lstStyle/>
        <a:p>
          <a:endParaRPr lang="zh-CN" altLang="en-US"/>
        </a:p>
      </dgm:t>
    </dgm:pt>
    <dgm:pt modelId="{D3EEE055-87AA-4DB2-885A-BABBCE761BD0}" cxnId="{82FC6DA8-BB1D-4EA2-AEEF-81BE504CB1ED}" type="sibTrans">
      <dgm:prSet/>
      <dgm:spPr/>
      <dgm:t>
        <a:bodyPr/>
        <a:lstStyle/>
        <a:p>
          <a:endParaRPr lang="zh-CN" altLang="en-US"/>
        </a:p>
      </dgm:t>
    </dgm:pt>
    <dgm:pt modelId="{581FEAD7-3484-4ED9-A5B5-D4E55DC6FF61}" type="pres">
      <dgm:prSet presAssocID="{50640AFE-129F-4E30-A663-F75628D76C2B}" presName="CompostProcess" presStyleCnt="0">
        <dgm:presLayoutVars>
          <dgm:dir/>
          <dgm:resizeHandles val="exact"/>
        </dgm:presLayoutVars>
      </dgm:prSet>
      <dgm:spPr/>
    </dgm:pt>
    <dgm:pt modelId="{0D379347-0336-4C4A-9B9C-260A59894278}" type="pres">
      <dgm:prSet presAssocID="{50640AFE-129F-4E30-A663-F75628D76C2B}" presName="arrow" presStyleLbl="bgShp" presStyleIdx="0" presStyleCnt="1"/>
      <dgm:spPr/>
    </dgm:pt>
    <dgm:pt modelId="{BD43BF00-4F33-43EA-9ECA-C60A943A1E33}" type="pres">
      <dgm:prSet presAssocID="{50640AFE-129F-4E30-A663-F75628D76C2B}" presName="linearProcess" presStyleCnt="0"/>
      <dgm:spPr/>
    </dgm:pt>
    <dgm:pt modelId="{A355F473-99F8-45CA-BE10-EEE699B83133}" type="pres">
      <dgm:prSet presAssocID="{F29D8C2E-43AD-4EAF-A5CC-CCDC818FDA88}" presName="textNode" presStyleLbl="node1" presStyleIdx="0" presStyleCnt="3">
        <dgm:presLayoutVars>
          <dgm:bulletEnabled val="1"/>
        </dgm:presLayoutVars>
      </dgm:prSet>
      <dgm:spPr/>
      <dgm:t>
        <a:bodyPr/>
        <a:lstStyle/>
        <a:p>
          <a:endParaRPr lang="zh-CN" altLang="en-US"/>
        </a:p>
      </dgm:t>
    </dgm:pt>
    <dgm:pt modelId="{C14FB405-AD80-48F7-A516-A28879976314}" type="pres">
      <dgm:prSet presAssocID="{30D2F1E1-A25E-49F7-8198-FA1FAB24FC57}" presName="sibTrans" presStyleCnt="0"/>
      <dgm:spPr/>
    </dgm:pt>
    <dgm:pt modelId="{257C5DC1-8A2A-4BF3-A69F-61CF96A62CA9}" type="pres">
      <dgm:prSet presAssocID="{5D1943A5-D3A0-4B03-9B76-9AFAC962AE3B}" presName="textNode" presStyleLbl="node1" presStyleIdx="1" presStyleCnt="3">
        <dgm:presLayoutVars>
          <dgm:bulletEnabled val="1"/>
        </dgm:presLayoutVars>
      </dgm:prSet>
      <dgm:spPr/>
      <dgm:t>
        <a:bodyPr/>
        <a:lstStyle/>
        <a:p>
          <a:endParaRPr lang="zh-CN" altLang="en-US"/>
        </a:p>
      </dgm:t>
    </dgm:pt>
    <dgm:pt modelId="{B51D7795-D3A0-4C5C-85FF-95A1FE292ADA}" type="pres">
      <dgm:prSet presAssocID="{9A463B9F-A8E4-4595-87CF-138050D8536F}" presName="sibTrans" presStyleCnt="0"/>
      <dgm:spPr/>
    </dgm:pt>
    <dgm:pt modelId="{1838CF56-605E-49CF-8575-13C0F492EF41}" type="pres">
      <dgm:prSet presAssocID="{05F24649-2300-43A5-B828-563DA5B59796}" presName="textNode" presStyleLbl="node1" presStyleIdx="2" presStyleCnt="3">
        <dgm:presLayoutVars>
          <dgm:bulletEnabled val="1"/>
        </dgm:presLayoutVars>
      </dgm:prSet>
      <dgm:spPr/>
      <dgm:t>
        <a:bodyPr/>
        <a:lstStyle/>
        <a:p>
          <a:endParaRPr lang="zh-CN" altLang="en-US"/>
        </a:p>
      </dgm:t>
    </dgm:pt>
  </dgm:ptLst>
  <dgm:cxnLst>
    <dgm:cxn modelId="{7ED914F3-35F1-413E-B3ED-E0A59E0F0FFF}" type="presOf" srcId="{F29D8C2E-43AD-4EAF-A5CC-CCDC818FDA88}" destId="{A355F473-99F8-45CA-BE10-EEE699B83133}" srcOrd="0" destOrd="0" presId="urn:microsoft.com/office/officeart/2005/8/layout/hProcess9"/>
    <dgm:cxn modelId="{E1A7C9ED-AF38-44CA-A56D-967D7789A57D}" srcId="{50640AFE-129F-4E30-A663-F75628D76C2B}" destId="{5D1943A5-D3A0-4B03-9B76-9AFAC962AE3B}" srcOrd="1" destOrd="0" parTransId="{CF7640EA-306F-49D8-B001-3FE44BDE2702}" sibTransId="{9A463B9F-A8E4-4595-87CF-138050D8536F}"/>
    <dgm:cxn modelId="{A0C45360-1326-41D7-881B-ECB135E043A0}" type="presOf" srcId="{05F24649-2300-43A5-B828-563DA5B59796}" destId="{1838CF56-605E-49CF-8575-13C0F492EF41}" srcOrd="0" destOrd="0" presId="urn:microsoft.com/office/officeart/2005/8/layout/hProcess9"/>
    <dgm:cxn modelId="{6195405D-55D8-4024-9FF6-4698CB505860}" type="presOf" srcId="{5D1943A5-D3A0-4B03-9B76-9AFAC962AE3B}" destId="{257C5DC1-8A2A-4BF3-A69F-61CF96A62CA9}" srcOrd="0" destOrd="0" presId="urn:microsoft.com/office/officeart/2005/8/layout/hProcess9"/>
    <dgm:cxn modelId="{82FC6DA8-BB1D-4EA2-AEEF-81BE504CB1ED}" srcId="{50640AFE-129F-4E30-A663-F75628D76C2B}" destId="{05F24649-2300-43A5-B828-563DA5B59796}" srcOrd="2" destOrd="0" parTransId="{9E6308F2-1A50-41E5-9162-DA7874CCB557}" sibTransId="{D3EEE055-87AA-4DB2-885A-BABBCE761BD0}"/>
    <dgm:cxn modelId="{8AFC447B-D384-42D8-A898-789F5A72AC82}" type="presOf" srcId="{50640AFE-129F-4E30-A663-F75628D76C2B}" destId="{581FEAD7-3484-4ED9-A5B5-D4E55DC6FF61}" srcOrd="0" destOrd="0" presId="urn:microsoft.com/office/officeart/2005/8/layout/hProcess9"/>
    <dgm:cxn modelId="{5DA97255-68EE-495A-841C-D33C35A88F7A}" srcId="{50640AFE-129F-4E30-A663-F75628D76C2B}" destId="{F29D8C2E-43AD-4EAF-A5CC-CCDC818FDA88}" srcOrd="0" destOrd="0" parTransId="{B3D5187C-EE32-4EDB-853D-370517EF4931}" sibTransId="{30D2F1E1-A25E-49F7-8198-FA1FAB24FC57}"/>
    <dgm:cxn modelId="{6370B94A-CF69-42CC-ADD5-D16564FCF7FB}" type="presParOf" srcId="{581FEAD7-3484-4ED9-A5B5-D4E55DC6FF61}" destId="{0D379347-0336-4C4A-9B9C-260A59894278}" srcOrd="0" destOrd="0" presId="urn:microsoft.com/office/officeart/2005/8/layout/hProcess9"/>
    <dgm:cxn modelId="{A65BF0E8-F98D-4F8D-9150-D28FA12548DC}" type="presParOf" srcId="{581FEAD7-3484-4ED9-A5B5-D4E55DC6FF61}" destId="{BD43BF00-4F33-43EA-9ECA-C60A943A1E33}" srcOrd="1" destOrd="0" presId="urn:microsoft.com/office/officeart/2005/8/layout/hProcess9"/>
    <dgm:cxn modelId="{F3B5D00C-FCEE-4DCD-86B7-0AE27301C22C}" type="presParOf" srcId="{BD43BF00-4F33-43EA-9ECA-C60A943A1E33}" destId="{A355F473-99F8-45CA-BE10-EEE699B83133}" srcOrd="0" destOrd="0" presId="urn:microsoft.com/office/officeart/2005/8/layout/hProcess9"/>
    <dgm:cxn modelId="{73A3F1F9-7C64-4599-9CB6-4FF195BA612A}" type="presParOf" srcId="{BD43BF00-4F33-43EA-9ECA-C60A943A1E33}" destId="{C14FB405-AD80-48F7-A516-A28879976314}" srcOrd="1" destOrd="0" presId="urn:microsoft.com/office/officeart/2005/8/layout/hProcess9"/>
    <dgm:cxn modelId="{41A4366D-AD44-48C1-82BC-757609BA6F73}" type="presParOf" srcId="{BD43BF00-4F33-43EA-9ECA-C60A943A1E33}" destId="{257C5DC1-8A2A-4BF3-A69F-61CF96A62CA9}" srcOrd="2" destOrd="0" presId="urn:microsoft.com/office/officeart/2005/8/layout/hProcess9"/>
    <dgm:cxn modelId="{861857C5-102C-48A4-BAD4-62FC59DB67B4}" type="presParOf" srcId="{BD43BF00-4F33-43EA-9ECA-C60A943A1E33}" destId="{B51D7795-D3A0-4C5C-85FF-95A1FE292ADA}" srcOrd="3" destOrd="0" presId="urn:microsoft.com/office/officeart/2005/8/layout/hProcess9"/>
    <dgm:cxn modelId="{FCDC4EC7-9016-4AA3-B697-FF6640BB08B0}" type="presParOf" srcId="{BD43BF00-4F33-43EA-9ECA-C60A943A1E33}" destId="{1838CF56-605E-49CF-8575-13C0F492EF41}"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640AFE-129F-4E30-A663-F75628D76C2B}" type="doc">
      <dgm:prSet loTypeId="urn:microsoft.com/office/officeart/2005/8/layout/hProcess9" loCatId="process" qsTypeId="urn:microsoft.com/office/officeart/2005/8/quickstyle/simple1#4" qsCatId="simple" csTypeId="urn:microsoft.com/office/officeart/2005/8/colors/accent1_2#4" csCatId="accent1" phldr="1"/>
      <dgm:spPr/>
    </dgm:pt>
    <dgm:pt modelId="{F29D8C2E-43AD-4EAF-A5CC-CCDC818FDA88}">
      <dgm:prSet phldrT="[文本]"/>
      <dgm:spPr/>
      <dgm:t>
        <a:bodyPr/>
        <a:lstStyle/>
        <a:p>
          <a:r>
            <a:rPr lang="zh-CN" altLang="en-US" dirty="0" smtClean="0"/>
            <a:t>忠诚责任</a:t>
          </a:r>
          <a:endParaRPr lang="zh-CN" altLang="en-US" dirty="0"/>
        </a:p>
      </dgm:t>
    </dgm:pt>
    <dgm:pt modelId="{B3D5187C-EE32-4EDB-853D-370517EF4931}" cxnId="{5DA97255-68EE-495A-841C-D33C35A88F7A}" type="parTrans">
      <dgm:prSet/>
      <dgm:spPr/>
      <dgm:t>
        <a:bodyPr/>
        <a:lstStyle/>
        <a:p>
          <a:endParaRPr lang="zh-CN" altLang="en-US"/>
        </a:p>
      </dgm:t>
    </dgm:pt>
    <dgm:pt modelId="{30D2F1E1-A25E-49F7-8198-FA1FAB24FC57}" cxnId="{5DA97255-68EE-495A-841C-D33C35A88F7A}" type="sibTrans">
      <dgm:prSet/>
      <dgm:spPr/>
      <dgm:t>
        <a:bodyPr/>
        <a:lstStyle/>
        <a:p>
          <a:endParaRPr lang="zh-CN" altLang="en-US"/>
        </a:p>
      </dgm:t>
    </dgm:pt>
    <dgm:pt modelId="{5D1943A5-D3A0-4B03-9B76-9AFAC962AE3B}">
      <dgm:prSet phldrT="[文本]"/>
      <dgm:spPr/>
      <dgm:t>
        <a:bodyPr/>
        <a:lstStyle/>
        <a:p>
          <a:r>
            <a:rPr lang="zh-CN" altLang="en-US" dirty="0" smtClean="0"/>
            <a:t>社会责任</a:t>
          </a:r>
          <a:endParaRPr lang="zh-CN" altLang="en-US" dirty="0"/>
        </a:p>
      </dgm:t>
    </dgm:pt>
    <dgm:pt modelId="{CF7640EA-306F-49D8-B001-3FE44BDE2702}" cxnId="{E1A7C9ED-AF38-44CA-A56D-967D7789A57D}" type="parTrans">
      <dgm:prSet/>
      <dgm:spPr/>
      <dgm:t>
        <a:bodyPr/>
        <a:lstStyle/>
        <a:p>
          <a:endParaRPr lang="zh-CN" altLang="en-US"/>
        </a:p>
      </dgm:t>
    </dgm:pt>
    <dgm:pt modelId="{9A463B9F-A8E4-4595-87CF-138050D8536F}" cxnId="{E1A7C9ED-AF38-44CA-A56D-967D7789A57D}" type="sibTrans">
      <dgm:prSet/>
      <dgm:spPr/>
      <dgm:t>
        <a:bodyPr/>
        <a:lstStyle/>
        <a:p>
          <a:endParaRPr lang="zh-CN" altLang="en-US"/>
        </a:p>
      </dgm:t>
    </dgm:pt>
    <dgm:pt modelId="{05F24649-2300-43A5-B828-563DA5B59796}">
      <dgm:prSet phldrT="[文本]"/>
      <dgm:spPr/>
      <dgm:t>
        <a:bodyPr/>
        <a:lstStyle/>
        <a:p>
          <a:r>
            <a:rPr lang="zh-CN" altLang="en-US" dirty="0" smtClean="0"/>
            <a:t>自然责任</a:t>
          </a:r>
          <a:endParaRPr lang="zh-CN" altLang="en-US" dirty="0"/>
        </a:p>
      </dgm:t>
    </dgm:pt>
    <dgm:pt modelId="{9E6308F2-1A50-41E5-9162-DA7874CCB557}" cxnId="{82FC6DA8-BB1D-4EA2-AEEF-81BE504CB1ED}" type="parTrans">
      <dgm:prSet/>
      <dgm:spPr/>
      <dgm:t>
        <a:bodyPr/>
        <a:lstStyle/>
        <a:p>
          <a:endParaRPr lang="zh-CN" altLang="en-US"/>
        </a:p>
      </dgm:t>
    </dgm:pt>
    <dgm:pt modelId="{D3EEE055-87AA-4DB2-885A-BABBCE761BD0}" cxnId="{82FC6DA8-BB1D-4EA2-AEEF-81BE504CB1ED}" type="sibTrans">
      <dgm:prSet/>
      <dgm:spPr/>
      <dgm:t>
        <a:bodyPr/>
        <a:lstStyle/>
        <a:p>
          <a:endParaRPr lang="zh-CN" altLang="en-US"/>
        </a:p>
      </dgm:t>
    </dgm:pt>
    <dgm:pt modelId="{581FEAD7-3484-4ED9-A5B5-D4E55DC6FF61}" type="pres">
      <dgm:prSet presAssocID="{50640AFE-129F-4E30-A663-F75628D76C2B}" presName="CompostProcess" presStyleCnt="0">
        <dgm:presLayoutVars>
          <dgm:dir/>
          <dgm:resizeHandles val="exact"/>
        </dgm:presLayoutVars>
      </dgm:prSet>
      <dgm:spPr/>
    </dgm:pt>
    <dgm:pt modelId="{0D379347-0336-4C4A-9B9C-260A59894278}" type="pres">
      <dgm:prSet presAssocID="{50640AFE-129F-4E30-A663-F75628D76C2B}" presName="arrow" presStyleLbl="bgShp" presStyleIdx="0" presStyleCnt="1"/>
      <dgm:spPr/>
    </dgm:pt>
    <dgm:pt modelId="{BD43BF00-4F33-43EA-9ECA-C60A943A1E33}" type="pres">
      <dgm:prSet presAssocID="{50640AFE-129F-4E30-A663-F75628D76C2B}" presName="linearProcess" presStyleCnt="0"/>
      <dgm:spPr/>
    </dgm:pt>
    <dgm:pt modelId="{A355F473-99F8-45CA-BE10-EEE699B83133}" type="pres">
      <dgm:prSet presAssocID="{F29D8C2E-43AD-4EAF-A5CC-CCDC818FDA88}" presName="textNode" presStyleLbl="node1" presStyleIdx="0" presStyleCnt="3">
        <dgm:presLayoutVars>
          <dgm:bulletEnabled val="1"/>
        </dgm:presLayoutVars>
      </dgm:prSet>
      <dgm:spPr/>
      <dgm:t>
        <a:bodyPr/>
        <a:lstStyle/>
        <a:p>
          <a:endParaRPr lang="zh-CN" altLang="en-US"/>
        </a:p>
      </dgm:t>
    </dgm:pt>
    <dgm:pt modelId="{C14FB405-AD80-48F7-A516-A28879976314}" type="pres">
      <dgm:prSet presAssocID="{30D2F1E1-A25E-49F7-8198-FA1FAB24FC57}" presName="sibTrans" presStyleCnt="0"/>
      <dgm:spPr/>
    </dgm:pt>
    <dgm:pt modelId="{257C5DC1-8A2A-4BF3-A69F-61CF96A62CA9}" type="pres">
      <dgm:prSet presAssocID="{5D1943A5-D3A0-4B03-9B76-9AFAC962AE3B}" presName="textNode" presStyleLbl="node1" presStyleIdx="1" presStyleCnt="3">
        <dgm:presLayoutVars>
          <dgm:bulletEnabled val="1"/>
        </dgm:presLayoutVars>
      </dgm:prSet>
      <dgm:spPr/>
      <dgm:t>
        <a:bodyPr/>
        <a:lstStyle/>
        <a:p>
          <a:endParaRPr lang="zh-CN" altLang="en-US"/>
        </a:p>
      </dgm:t>
    </dgm:pt>
    <dgm:pt modelId="{B51D7795-D3A0-4C5C-85FF-95A1FE292ADA}" type="pres">
      <dgm:prSet presAssocID="{9A463B9F-A8E4-4595-87CF-138050D8536F}" presName="sibTrans" presStyleCnt="0"/>
      <dgm:spPr/>
    </dgm:pt>
    <dgm:pt modelId="{1838CF56-605E-49CF-8575-13C0F492EF41}" type="pres">
      <dgm:prSet presAssocID="{05F24649-2300-43A5-B828-563DA5B59796}" presName="textNode" presStyleLbl="node1" presStyleIdx="2" presStyleCnt="3">
        <dgm:presLayoutVars>
          <dgm:bulletEnabled val="1"/>
        </dgm:presLayoutVars>
      </dgm:prSet>
      <dgm:spPr/>
      <dgm:t>
        <a:bodyPr/>
        <a:lstStyle/>
        <a:p>
          <a:endParaRPr lang="zh-CN" altLang="en-US"/>
        </a:p>
      </dgm:t>
    </dgm:pt>
  </dgm:ptLst>
  <dgm:cxnLst>
    <dgm:cxn modelId="{E1A7C9ED-AF38-44CA-A56D-967D7789A57D}" srcId="{50640AFE-129F-4E30-A663-F75628D76C2B}" destId="{5D1943A5-D3A0-4B03-9B76-9AFAC962AE3B}" srcOrd="1" destOrd="0" parTransId="{CF7640EA-306F-49D8-B001-3FE44BDE2702}" sibTransId="{9A463B9F-A8E4-4595-87CF-138050D8536F}"/>
    <dgm:cxn modelId="{D5D614E0-EB49-46F5-A53A-985039150BF3}" type="presOf" srcId="{F29D8C2E-43AD-4EAF-A5CC-CCDC818FDA88}" destId="{A355F473-99F8-45CA-BE10-EEE699B83133}" srcOrd="0" destOrd="0" presId="urn:microsoft.com/office/officeart/2005/8/layout/hProcess9"/>
    <dgm:cxn modelId="{CEEBD32B-D2C0-435B-8F88-12D98C06C91A}" type="presOf" srcId="{05F24649-2300-43A5-B828-563DA5B59796}" destId="{1838CF56-605E-49CF-8575-13C0F492EF41}" srcOrd="0" destOrd="0" presId="urn:microsoft.com/office/officeart/2005/8/layout/hProcess9"/>
    <dgm:cxn modelId="{7616CE34-4BAC-427D-B490-F62198A9FF77}" type="presOf" srcId="{5D1943A5-D3A0-4B03-9B76-9AFAC962AE3B}" destId="{257C5DC1-8A2A-4BF3-A69F-61CF96A62CA9}" srcOrd="0" destOrd="0" presId="urn:microsoft.com/office/officeart/2005/8/layout/hProcess9"/>
    <dgm:cxn modelId="{9E15341D-8619-42ED-8F7E-E269BB56E1E9}" type="presOf" srcId="{50640AFE-129F-4E30-A663-F75628D76C2B}" destId="{581FEAD7-3484-4ED9-A5B5-D4E55DC6FF61}" srcOrd="0" destOrd="0" presId="urn:microsoft.com/office/officeart/2005/8/layout/hProcess9"/>
    <dgm:cxn modelId="{82FC6DA8-BB1D-4EA2-AEEF-81BE504CB1ED}" srcId="{50640AFE-129F-4E30-A663-F75628D76C2B}" destId="{05F24649-2300-43A5-B828-563DA5B59796}" srcOrd="2" destOrd="0" parTransId="{9E6308F2-1A50-41E5-9162-DA7874CCB557}" sibTransId="{D3EEE055-87AA-4DB2-885A-BABBCE761BD0}"/>
    <dgm:cxn modelId="{5DA97255-68EE-495A-841C-D33C35A88F7A}" srcId="{50640AFE-129F-4E30-A663-F75628D76C2B}" destId="{F29D8C2E-43AD-4EAF-A5CC-CCDC818FDA88}" srcOrd="0" destOrd="0" parTransId="{B3D5187C-EE32-4EDB-853D-370517EF4931}" sibTransId="{30D2F1E1-A25E-49F7-8198-FA1FAB24FC57}"/>
    <dgm:cxn modelId="{8E40C694-0DBC-4AE2-B535-16CBA924B424}" type="presParOf" srcId="{581FEAD7-3484-4ED9-A5B5-D4E55DC6FF61}" destId="{0D379347-0336-4C4A-9B9C-260A59894278}" srcOrd="0" destOrd="0" presId="urn:microsoft.com/office/officeart/2005/8/layout/hProcess9"/>
    <dgm:cxn modelId="{F4EE3357-EFF0-497B-B4E7-54F76BD06D4D}" type="presParOf" srcId="{581FEAD7-3484-4ED9-A5B5-D4E55DC6FF61}" destId="{BD43BF00-4F33-43EA-9ECA-C60A943A1E33}" srcOrd="1" destOrd="0" presId="urn:microsoft.com/office/officeart/2005/8/layout/hProcess9"/>
    <dgm:cxn modelId="{F497C8EA-7389-4201-82CF-B633C104CD71}" type="presParOf" srcId="{BD43BF00-4F33-43EA-9ECA-C60A943A1E33}" destId="{A355F473-99F8-45CA-BE10-EEE699B83133}" srcOrd="0" destOrd="0" presId="urn:microsoft.com/office/officeart/2005/8/layout/hProcess9"/>
    <dgm:cxn modelId="{AA85AE3B-5EDF-45DB-BA28-F68FF6C85CD9}" type="presParOf" srcId="{BD43BF00-4F33-43EA-9ECA-C60A943A1E33}" destId="{C14FB405-AD80-48F7-A516-A28879976314}" srcOrd="1" destOrd="0" presId="urn:microsoft.com/office/officeart/2005/8/layout/hProcess9"/>
    <dgm:cxn modelId="{474D9CF4-56BA-4D23-B741-96E20AD2E4C4}" type="presParOf" srcId="{BD43BF00-4F33-43EA-9ECA-C60A943A1E33}" destId="{257C5DC1-8A2A-4BF3-A69F-61CF96A62CA9}" srcOrd="2" destOrd="0" presId="urn:microsoft.com/office/officeart/2005/8/layout/hProcess9"/>
    <dgm:cxn modelId="{68F9FCE8-0134-4908-BE37-1C42399EAC5A}" type="presParOf" srcId="{BD43BF00-4F33-43EA-9ECA-C60A943A1E33}" destId="{B51D7795-D3A0-4C5C-85FF-95A1FE292ADA}" srcOrd="3" destOrd="0" presId="urn:microsoft.com/office/officeart/2005/8/layout/hProcess9"/>
    <dgm:cxn modelId="{99B0C164-AA5D-4EFE-B909-EC49215B7668}" type="presParOf" srcId="{BD43BF00-4F33-43EA-9ECA-C60A943A1E33}" destId="{1838CF56-605E-49CF-8575-13C0F492EF41}"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F57497-4DFE-4097-BE72-EF7385DF9676}" type="doc">
      <dgm:prSet loTypeId="urn:microsoft.com/office/officeart/2005/8/layout/radial5" loCatId="relationship" qsTypeId="urn:microsoft.com/office/officeart/2005/8/quickstyle/simple1#5" qsCatId="simple" csTypeId="urn:microsoft.com/office/officeart/2005/8/colors/accent1_2#5" csCatId="accent1" phldr="1"/>
      <dgm:spPr/>
      <dgm:t>
        <a:bodyPr/>
        <a:lstStyle/>
        <a:p>
          <a:endParaRPr lang="zh-CN" altLang="en-US"/>
        </a:p>
      </dgm:t>
    </dgm:pt>
    <dgm:pt modelId="{9B3A8475-64E2-476A-AE73-161F7B68D7B1}">
      <dgm:prSet phldrT="[文本]"/>
      <dgm:spPr/>
      <dgm:t>
        <a:bodyPr/>
        <a:lstStyle/>
        <a:p>
          <a:r>
            <a:rPr lang="zh-CN" altLang="en-US" dirty="0" smtClean="0"/>
            <a:t>工程师共同体</a:t>
          </a:r>
          <a:endParaRPr lang="zh-CN" altLang="en-US" dirty="0"/>
        </a:p>
      </dgm:t>
    </dgm:pt>
    <dgm:pt modelId="{3971D4D9-0277-4CFF-96A9-85F72370177D}" cxnId="{19973F24-1C09-4B69-A875-37E50DCCC1EF}" type="parTrans">
      <dgm:prSet/>
      <dgm:spPr/>
      <dgm:t>
        <a:bodyPr/>
        <a:lstStyle/>
        <a:p>
          <a:endParaRPr lang="zh-CN" altLang="en-US"/>
        </a:p>
      </dgm:t>
    </dgm:pt>
    <dgm:pt modelId="{6059A971-FFB3-44F4-BA50-427C4717D9AA}" cxnId="{19973F24-1C09-4B69-A875-37E50DCCC1EF}" type="sibTrans">
      <dgm:prSet/>
      <dgm:spPr/>
      <dgm:t>
        <a:bodyPr/>
        <a:lstStyle/>
        <a:p>
          <a:endParaRPr lang="zh-CN" altLang="en-US"/>
        </a:p>
      </dgm:t>
    </dgm:pt>
    <dgm:pt modelId="{FFF3A617-CF6D-4942-B442-6A48B1AA836D}">
      <dgm:prSet phldrT="[文本]"/>
      <dgm:spPr/>
      <dgm:t>
        <a:bodyPr/>
        <a:lstStyle/>
        <a:p>
          <a:r>
            <a:rPr lang="zh-CN" altLang="en-US" dirty="0" smtClean="0"/>
            <a:t>官员共同体</a:t>
          </a:r>
          <a:endParaRPr lang="zh-CN" altLang="en-US" dirty="0"/>
        </a:p>
      </dgm:t>
    </dgm:pt>
    <dgm:pt modelId="{9B0CD053-DB00-433B-8652-B8460BC07256}" cxnId="{47FDBC7F-90B8-429E-BEDF-55CFECF6882A}" type="parTrans">
      <dgm:prSet/>
      <dgm:spPr/>
      <dgm:t>
        <a:bodyPr/>
        <a:lstStyle/>
        <a:p>
          <a:endParaRPr lang="zh-CN" altLang="en-US"/>
        </a:p>
      </dgm:t>
    </dgm:pt>
    <dgm:pt modelId="{0BF4367A-FD55-492E-811F-98B75D29D111}" cxnId="{47FDBC7F-90B8-429E-BEDF-55CFECF6882A}" type="sibTrans">
      <dgm:prSet/>
      <dgm:spPr/>
      <dgm:t>
        <a:bodyPr/>
        <a:lstStyle/>
        <a:p>
          <a:endParaRPr lang="zh-CN" altLang="en-US"/>
        </a:p>
      </dgm:t>
    </dgm:pt>
    <dgm:pt modelId="{677D8971-19A3-41E9-B06A-6531143D0AE9}">
      <dgm:prSet phldrT="[文本]"/>
      <dgm:spPr/>
      <dgm:t>
        <a:bodyPr/>
        <a:lstStyle/>
        <a:p>
          <a:r>
            <a:rPr lang="zh-CN" altLang="en-US" dirty="0" smtClean="0"/>
            <a:t>企业家共同体</a:t>
          </a:r>
          <a:endParaRPr lang="zh-CN" altLang="en-US" dirty="0"/>
        </a:p>
      </dgm:t>
    </dgm:pt>
    <dgm:pt modelId="{52ADFFFF-2907-4F2A-8E2E-ADFC50053A0C}" cxnId="{EB518423-BC9E-4C39-AA85-A7E2F3971A5A}" type="parTrans">
      <dgm:prSet/>
      <dgm:spPr/>
      <dgm:t>
        <a:bodyPr/>
        <a:lstStyle/>
        <a:p>
          <a:endParaRPr lang="zh-CN" altLang="en-US"/>
        </a:p>
      </dgm:t>
    </dgm:pt>
    <dgm:pt modelId="{6A4ED3F8-08CD-45CA-96E3-14F693943263}" cxnId="{EB518423-BC9E-4C39-AA85-A7E2F3971A5A}" type="sibTrans">
      <dgm:prSet/>
      <dgm:spPr/>
      <dgm:t>
        <a:bodyPr/>
        <a:lstStyle/>
        <a:p>
          <a:endParaRPr lang="zh-CN" altLang="en-US"/>
        </a:p>
      </dgm:t>
    </dgm:pt>
    <dgm:pt modelId="{443F9F51-B107-4A9C-B2A7-9C8EC0762559}">
      <dgm:prSet phldrT="[文本]"/>
      <dgm:spPr/>
      <dgm:t>
        <a:bodyPr/>
        <a:lstStyle/>
        <a:p>
          <a:r>
            <a:rPr lang="zh-CN" altLang="en-US" dirty="0" smtClean="0"/>
            <a:t>工人共同体</a:t>
          </a:r>
          <a:endParaRPr lang="zh-CN" altLang="en-US" dirty="0"/>
        </a:p>
      </dgm:t>
    </dgm:pt>
    <dgm:pt modelId="{149F13EF-45D1-49AC-ABBB-1DFEE16BFFE4}" cxnId="{1E210186-F4C6-44DF-AC78-341C6CF3074B}" type="parTrans">
      <dgm:prSet/>
      <dgm:spPr/>
      <dgm:t>
        <a:bodyPr/>
        <a:lstStyle/>
        <a:p>
          <a:endParaRPr lang="zh-CN" altLang="en-US"/>
        </a:p>
      </dgm:t>
    </dgm:pt>
    <dgm:pt modelId="{F0D30F8C-C63C-428C-A2BE-9B3ACC7F1745}" cxnId="{1E210186-F4C6-44DF-AC78-341C6CF3074B}" type="sibTrans">
      <dgm:prSet/>
      <dgm:spPr/>
      <dgm:t>
        <a:bodyPr/>
        <a:lstStyle/>
        <a:p>
          <a:endParaRPr lang="zh-CN" altLang="en-US"/>
        </a:p>
      </dgm:t>
    </dgm:pt>
    <dgm:pt modelId="{6E981C18-D62B-40C1-BE18-3F9F5FDACD17}">
      <dgm:prSet phldrT="[文本]"/>
      <dgm:spPr/>
      <dgm:t>
        <a:bodyPr/>
        <a:lstStyle/>
        <a:p>
          <a:r>
            <a:rPr lang="zh-CN" altLang="en-US" dirty="0" smtClean="0"/>
            <a:t>公众共同体</a:t>
          </a:r>
          <a:endParaRPr lang="zh-CN" altLang="en-US" dirty="0"/>
        </a:p>
      </dgm:t>
    </dgm:pt>
    <dgm:pt modelId="{76422226-DD37-4565-8F37-60F4F62D5CB9}" cxnId="{6C4389DA-7163-46BC-8C60-5068372439CB}" type="parTrans">
      <dgm:prSet/>
      <dgm:spPr/>
      <dgm:t>
        <a:bodyPr/>
        <a:lstStyle/>
        <a:p>
          <a:endParaRPr lang="zh-CN" altLang="en-US"/>
        </a:p>
      </dgm:t>
    </dgm:pt>
    <dgm:pt modelId="{27711469-F753-4236-B7BC-F8C8A5E25738}" cxnId="{6C4389DA-7163-46BC-8C60-5068372439CB}" type="sibTrans">
      <dgm:prSet/>
      <dgm:spPr/>
      <dgm:t>
        <a:bodyPr/>
        <a:lstStyle/>
        <a:p>
          <a:endParaRPr lang="zh-CN" altLang="en-US"/>
        </a:p>
      </dgm:t>
    </dgm:pt>
    <dgm:pt modelId="{3A934086-2A4A-4481-86FF-8A3E4809AC87}" type="pres">
      <dgm:prSet presAssocID="{03F57497-4DFE-4097-BE72-EF7385DF9676}" presName="Name0" presStyleCnt="0">
        <dgm:presLayoutVars>
          <dgm:chMax val="1"/>
          <dgm:dir/>
          <dgm:animLvl val="ctr"/>
          <dgm:resizeHandles val="exact"/>
        </dgm:presLayoutVars>
      </dgm:prSet>
      <dgm:spPr/>
      <dgm:t>
        <a:bodyPr/>
        <a:lstStyle/>
        <a:p>
          <a:endParaRPr lang="zh-CN" altLang="en-US"/>
        </a:p>
      </dgm:t>
    </dgm:pt>
    <dgm:pt modelId="{A3918F10-B02C-42B0-89E1-D5915BDBFA73}" type="pres">
      <dgm:prSet presAssocID="{9B3A8475-64E2-476A-AE73-161F7B68D7B1}" presName="centerShape" presStyleLbl="node0" presStyleIdx="0" presStyleCnt="1"/>
      <dgm:spPr/>
      <dgm:t>
        <a:bodyPr/>
        <a:lstStyle/>
        <a:p>
          <a:endParaRPr lang="zh-CN" altLang="en-US"/>
        </a:p>
      </dgm:t>
    </dgm:pt>
    <dgm:pt modelId="{EB412598-A966-492A-AD50-2B5AD512D79E}" type="pres">
      <dgm:prSet presAssocID="{9B0CD053-DB00-433B-8652-B8460BC07256}" presName="parTrans" presStyleLbl="sibTrans2D1" presStyleIdx="0" presStyleCnt="4"/>
      <dgm:spPr/>
      <dgm:t>
        <a:bodyPr/>
        <a:lstStyle/>
        <a:p>
          <a:endParaRPr lang="zh-CN" altLang="en-US"/>
        </a:p>
      </dgm:t>
    </dgm:pt>
    <dgm:pt modelId="{FFA93D0A-4CF4-40AD-9C49-C3135DBC4BDD}" type="pres">
      <dgm:prSet presAssocID="{9B0CD053-DB00-433B-8652-B8460BC07256}" presName="connectorText" presStyleLbl="sibTrans2D1" presStyleIdx="0" presStyleCnt="4"/>
      <dgm:spPr/>
      <dgm:t>
        <a:bodyPr/>
        <a:lstStyle/>
        <a:p>
          <a:endParaRPr lang="zh-CN" altLang="en-US"/>
        </a:p>
      </dgm:t>
    </dgm:pt>
    <dgm:pt modelId="{DFD1E225-7272-45E6-9225-196347119AA5}" type="pres">
      <dgm:prSet presAssocID="{FFF3A617-CF6D-4942-B442-6A48B1AA836D}" presName="node" presStyleLbl="node1" presStyleIdx="0" presStyleCnt="4">
        <dgm:presLayoutVars>
          <dgm:bulletEnabled val="1"/>
        </dgm:presLayoutVars>
      </dgm:prSet>
      <dgm:spPr/>
      <dgm:t>
        <a:bodyPr/>
        <a:lstStyle/>
        <a:p>
          <a:endParaRPr lang="zh-CN" altLang="en-US"/>
        </a:p>
      </dgm:t>
    </dgm:pt>
    <dgm:pt modelId="{1444A0BE-7C80-4E6B-AF16-C1A159315DE2}" type="pres">
      <dgm:prSet presAssocID="{52ADFFFF-2907-4F2A-8E2E-ADFC50053A0C}" presName="parTrans" presStyleLbl="sibTrans2D1" presStyleIdx="1" presStyleCnt="4"/>
      <dgm:spPr/>
      <dgm:t>
        <a:bodyPr/>
        <a:lstStyle/>
        <a:p>
          <a:endParaRPr lang="zh-CN" altLang="en-US"/>
        </a:p>
      </dgm:t>
    </dgm:pt>
    <dgm:pt modelId="{45AC3295-6AC6-4794-AB4B-9A4B766EFFF4}" type="pres">
      <dgm:prSet presAssocID="{52ADFFFF-2907-4F2A-8E2E-ADFC50053A0C}" presName="connectorText" presStyleLbl="sibTrans2D1" presStyleIdx="1" presStyleCnt="4"/>
      <dgm:spPr/>
      <dgm:t>
        <a:bodyPr/>
        <a:lstStyle/>
        <a:p>
          <a:endParaRPr lang="zh-CN" altLang="en-US"/>
        </a:p>
      </dgm:t>
    </dgm:pt>
    <dgm:pt modelId="{E0A286DB-5265-408D-B092-422DB24E5D37}" type="pres">
      <dgm:prSet presAssocID="{677D8971-19A3-41E9-B06A-6531143D0AE9}" presName="node" presStyleLbl="node1" presStyleIdx="1" presStyleCnt="4">
        <dgm:presLayoutVars>
          <dgm:bulletEnabled val="1"/>
        </dgm:presLayoutVars>
      </dgm:prSet>
      <dgm:spPr/>
      <dgm:t>
        <a:bodyPr/>
        <a:lstStyle/>
        <a:p>
          <a:endParaRPr lang="zh-CN" altLang="en-US"/>
        </a:p>
      </dgm:t>
    </dgm:pt>
    <dgm:pt modelId="{8777030F-A029-4C49-AD04-9183B9D3B8E1}" type="pres">
      <dgm:prSet presAssocID="{149F13EF-45D1-49AC-ABBB-1DFEE16BFFE4}" presName="parTrans" presStyleLbl="sibTrans2D1" presStyleIdx="2" presStyleCnt="4"/>
      <dgm:spPr/>
      <dgm:t>
        <a:bodyPr/>
        <a:lstStyle/>
        <a:p>
          <a:endParaRPr lang="zh-CN" altLang="en-US"/>
        </a:p>
      </dgm:t>
    </dgm:pt>
    <dgm:pt modelId="{B0DAEEF3-F7D3-48C6-BCE7-6138492CE99C}" type="pres">
      <dgm:prSet presAssocID="{149F13EF-45D1-49AC-ABBB-1DFEE16BFFE4}" presName="connectorText" presStyleLbl="sibTrans2D1" presStyleIdx="2" presStyleCnt="4"/>
      <dgm:spPr/>
      <dgm:t>
        <a:bodyPr/>
        <a:lstStyle/>
        <a:p>
          <a:endParaRPr lang="zh-CN" altLang="en-US"/>
        </a:p>
      </dgm:t>
    </dgm:pt>
    <dgm:pt modelId="{F874EB69-7683-417A-83DE-4C90C5425E20}" type="pres">
      <dgm:prSet presAssocID="{443F9F51-B107-4A9C-B2A7-9C8EC0762559}" presName="node" presStyleLbl="node1" presStyleIdx="2" presStyleCnt="4">
        <dgm:presLayoutVars>
          <dgm:bulletEnabled val="1"/>
        </dgm:presLayoutVars>
      </dgm:prSet>
      <dgm:spPr/>
      <dgm:t>
        <a:bodyPr/>
        <a:lstStyle/>
        <a:p>
          <a:endParaRPr lang="zh-CN" altLang="en-US"/>
        </a:p>
      </dgm:t>
    </dgm:pt>
    <dgm:pt modelId="{3C6E87E1-94B6-497B-93F9-067194F1E67E}" type="pres">
      <dgm:prSet presAssocID="{76422226-DD37-4565-8F37-60F4F62D5CB9}" presName="parTrans" presStyleLbl="sibTrans2D1" presStyleIdx="3" presStyleCnt="4"/>
      <dgm:spPr/>
      <dgm:t>
        <a:bodyPr/>
        <a:lstStyle/>
        <a:p>
          <a:endParaRPr lang="zh-CN" altLang="en-US"/>
        </a:p>
      </dgm:t>
    </dgm:pt>
    <dgm:pt modelId="{F42BACA1-1386-4C2E-9B96-F992BDB9712B}" type="pres">
      <dgm:prSet presAssocID="{76422226-DD37-4565-8F37-60F4F62D5CB9}" presName="connectorText" presStyleLbl="sibTrans2D1" presStyleIdx="3" presStyleCnt="4"/>
      <dgm:spPr/>
      <dgm:t>
        <a:bodyPr/>
        <a:lstStyle/>
        <a:p>
          <a:endParaRPr lang="zh-CN" altLang="en-US"/>
        </a:p>
      </dgm:t>
    </dgm:pt>
    <dgm:pt modelId="{6952C8ED-C260-437E-9922-E4792A10C5B3}" type="pres">
      <dgm:prSet presAssocID="{6E981C18-D62B-40C1-BE18-3F9F5FDACD17}" presName="node" presStyleLbl="node1" presStyleIdx="3" presStyleCnt="4">
        <dgm:presLayoutVars>
          <dgm:bulletEnabled val="1"/>
        </dgm:presLayoutVars>
      </dgm:prSet>
      <dgm:spPr/>
      <dgm:t>
        <a:bodyPr/>
        <a:lstStyle/>
        <a:p>
          <a:endParaRPr lang="zh-CN" altLang="en-US"/>
        </a:p>
      </dgm:t>
    </dgm:pt>
  </dgm:ptLst>
  <dgm:cxnLst>
    <dgm:cxn modelId="{96D43F2C-8D04-4425-8E89-D1ACE6D09B1F}" type="presOf" srcId="{677D8971-19A3-41E9-B06A-6531143D0AE9}" destId="{E0A286DB-5265-408D-B092-422DB24E5D37}" srcOrd="0" destOrd="0" presId="urn:microsoft.com/office/officeart/2005/8/layout/radial5"/>
    <dgm:cxn modelId="{59E5C455-924C-49DD-B45D-6E375E8FE14D}" type="presOf" srcId="{9B0CD053-DB00-433B-8652-B8460BC07256}" destId="{EB412598-A966-492A-AD50-2B5AD512D79E}" srcOrd="0" destOrd="0" presId="urn:microsoft.com/office/officeart/2005/8/layout/radial5"/>
    <dgm:cxn modelId="{E86CD67C-DC51-4370-B003-0A2E2C7DFEF4}" type="presOf" srcId="{9B0CD053-DB00-433B-8652-B8460BC07256}" destId="{FFA93D0A-4CF4-40AD-9C49-C3135DBC4BDD}" srcOrd="1" destOrd="0" presId="urn:microsoft.com/office/officeart/2005/8/layout/radial5"/>
    <dgm:cxn modelId="{1405B6C5-F28B-4507-8814-D5F9B970EE9A}" type="presOf" srcId="{9B3A8475-64E2-476A-AE73-161F7B68D7B1}" destId="{A3918F10-B02C-42B0-89E1-D5915BDBFA73}" srcOrd="0" destOrd="0" presId="urn:microsoft.com/office/officeart/2005/8/layout/radial5"/>
    <dgm:cxn modelId="{ED21577D-C87A-4E29-8BD7-49E56F48B425}" type="presOf" srcId="{03F57497-4DFE-4097-BE72-EF7385DF9676}" destId="{3A934086-2A4A-4481-86FF-8A3E4809AC87}" srcOrd="0" destOrd="0" presId="urn:microsoft.com/office/officeart/2005/8/layout/radial5"/>
    <dgm:cxn modelId="{19973F24-1C09-4B69-A875-37E50DCCC1EF}" srcId="{03F57497-4DFE-4097-BE72-EF7385DF9676}" destId="{9B3A8475-64E2-476A-AE73-161F7B68D7B1}" srcOrd="0" destOrd="0" parTransId="{3971D4D9-0277-4CFF-96A9-85F72370177D}" sibTransId="{6059A971-FFB3-44F4-BA50-427C4717D9AA}"/>
    <dgm:cxn modelId="{6C4389DA-7163-46BC-8C60-5068372439CB}" srcId="{9B3A8475-64E2-476A-AE73-161F7B68D7B1}" destId="{6E981C18-D62B-40C1-BE18-3F9F5FDACD17}" srcOrd="3" destOrd="0" parTransId="{76422226-DD37-4565-8F37-60F4F62D5CB9}" sibTransId="{27711469-F753-4236-B7BC-F8C8A5E25738}"/>
    <dgm:cxn modelId="{EB518423-BC9E-4C39-AA85-A7E2F3971A5A}" srcId="{9B3A8475-64E2-476A-AE73-161F7B68D7B1}" destId="{677D8971-19A3-41E9-B06A-6531143D0AE9}" srcOrd="1" destOrd="0" parTransId="{52ADFFFF-2907-4F2A-8E2E-ADFC50053A0C}" sibTransId="{6A4ED3F8-08CD-45CA-96E3-14F693943263}"/>
    <dgm:cxn modelId="{ADFF4956-67C8-4C4F-AF0D-C26130D69E3B}" type="presOf" srcId="{443F9F51-B107-4A9C-B2A7-9C8EC0762559}" destId="{F874EB69-7683-417A-83DE-4C90C5425E20}" srcOrd="0" destOrd="0" presId="urn:microsoft.com/office/officeart/2005/8/layout/radial5"/>
    <dgm:cxn modelId="{A3288B36-25C3-4D57-8CAB-D4A50F65F0B6}" type="presOf" srcId="{52ADFFFF-2907-4F2A-8E2E-ADFC50053A0C}" destId="{1444A0BE-7C80-4E6B-AF16-C1A159315DE2}" srcOrd="0" destOrd="0" presId="urn:microsoft.com/office/officeart/2005/8/layout/radial5"/>
    <dgm:cxn modelId="{3742A053-1673-4E7A-824A-950B63552B4E}" type="presOf" srcId="{76422226-DD37-4565-8F37-60F4F62D5CB9}" destId="{F42BACA1-1386-4C2E-9B96-F992BDB9712B}" srcOrd="1" destOrd="0" presId="urn:microsoft.com/office/officeart/2005/8/layout/radial5"/>
    <dgm:cxn modelId="{4EAF25AE-495F-44D2-BDC8-58B1E2EA508A}" type="presOf" srcId="{6E981C18-D62B-40C1-BE18-3F9F5FDACD17}" destId="{6952C8ED-C260-437E-9922-E4792A10C5B3}" srcOrd="0" destOrd="0" presId="urn:microsoft.com/office/officeart/2005/8/layout/radial5"/>
    <dgm:cxn modelId="{DCED3D74-3BFC-4B40-8CFF-09093630F9C7}" type="presOf" srcId="{149F13EF-45D1-49AC-ABBB-1DFEE16BFFE4}" destId="{8777030F-A029-4C49-AD04-9183B9D3B8E1}" srcOrd="0" destOrd="0" presId="urn:microsoft.com/office/officeart/2005/8/layout/radial5"/>
    <dgm:cxn modelId="{933C0F35-26A9-4073-B3A3-7A39A812E547}" type="presOf" srcId="{52ADFFFF-2907-4F2A-8E2E-ADFC50053A0C}" destId="{45AC3295-6AC6-4794-AB4B-9A4B766EFFF4}" srcOrd="1" destOrd="0" presId="urn:microsoft.com/office/officeart/2005/8/layout/radial5"/>
    <dgm:cxn modelId="{759AAC3C-5D44-462C-A574-D68B4B0FD4F1}" type="presOf" srcId="{149F13EF-45D1-49AC-ABBB-1DFEE16BFFE4}" destId="{B0DAEEF3-F7D3-48C6-BCE7-6138492CE99C}" srcOrd="1" destOrd="0" presId="urn:microsoft.com/office/officeart/2005/8/layout/radial5"/>
    <dgm:cxn modelId="{1E210186-F4C6-44DF-AC78-341C6CF3074B}" srcId="{9B3A8475-64E2-476A-AE73-161F7B68D7B1}" destId="{443F9F51-B107-4A9C-B2A7-9C8EC0762559}" srcOrd="2" destOrd="0" parTransId="{149F13EF-45D1-49AC-ABBB-1DFEE16BFFE4}" sibTransId="{F0D30F8C-C63C-428C-A2BE-9B3ACC7F1745}"/>
    <dgm:cxn modelId="{47FDBC7F-90B8-429E-BEDF-55CFECF6882A}" srcId="{9B3A8475-64E2-476A-AE73-161F7B68D7B1}" destId="{FFF3A617-CF6D-4942-B442-6A48B1AA836D}" srcOrd="0" destOrd="0" parTransId="{9B0CD053-DB00-433B-8652-B8460BC07256}" sibTransId="{0BF4367A-FD55-492E-811F-98B75D29D111}"/>
    <dgm:cxn modelId="{7D118C38-306E-483D-B853-AD8A3B1D164C}" type="presOf" srcId="{76422226-DD37-4565-8F37-60F4F62D5CB9}" destId="{3C6E87E1-94B6-497B-93F9-067194F1E67E}" srcOrd="0" destOrd="0" presId="urn:microsoft.com/office/officeart/2005/8/layout/radial5"/>
    <dgm:cxn modelId="{15A37AE0-043A-4AAB-B3D3-2AA7EADB3179}" type="presOf" srcId="{FFF3A617-CF6D-4942-B442-6A48B1AA836D}" destId="{DFD1E225-7272-45E6-9225-196347119AA5}" srcOrd="0" destOrd="0" presId="urn:microsoft.com/office/officeart/2005/8/layout/radial5"/>
    <dgm:cxn modelId="{41A3F53E-EF58-41C1-86AE-BEFC47C31643}" type="presParOf" srcId="{3A934086-2A4A-4481-86FF-8A3E4809AC87}" destId="{A3918F10-B02C-42B0-89E1-D5915BDBFA73}" srcOrd="0" destOrd="0" presId="urn:microsoft.com/office/officeart/2005/8/layout/radial5"/>
    <dgm:cxn modelId="{43CF33F1-BADE-4614-8CC5-A08AA472ABD6}" type="presParOf" srcId="{3A934086-2A4A-4481-86FF-8A3E4809AC87}" destId="{EB412598-A966-492A-AD50-2B5AD512D79E}" srcOrd="1" destOrd="0" presId="urn:microsoft.com/office/officeart/2005/8/layout/radial5"/>
    <dgm:cxn modelId="{DEF161ED-88DB-4556-A9D7-543D1C78A0DB}" type="presParOf" srcId="{EB412598-A966-492A-AD50-2B5AD512D79E}" destId="{FFA93D0A-4CF4-40AD-9C49-C3135DBC4BDD}" srcOrd="0" destOrd="0" presId="urn:microsoft.com/office/officeart/2005/8/layout/radial5"/>
    <dgm:cxn modelId="{1EBF2245-B2CF-4D5D-AC9B-445AF4ACB6D7}" type="presParOf" srcId="{3A934086-2A4A-4481-86FF-8A3E4809AC87}" destId="{DFD1E225-7272-45E6-9225-196347119AA5}" srcOrd="2" destOrd="0" presId="urn:microsoft.com/office/officeart/2005/8/layout/radial5"/>
    <dgm:cxn modelId="{13C85A51-C24D-4F1D-AA3E-86DA87144224}" type="presParOf" srcId="{3A934086-2A4A-4481-86FF-8A3E4809AC87}" destId="{1444A0BE-7C80-4E6B-AF16-C1A159315DE2}" srcOrd="3" destOrd="0" presId="urn:microsoft.com/office/officeart/2005/8/layout/radial5"/>
    <dgm:cxn modelId="{DBB04525-45D0-4B92-B6BB-BA3D18DE970C}" type="presParOf" srcId="{1444A0BE-7C80-4E6B-AF16-C1A159315DE2}" destId="{45AC3295-6AC6-4794-AB4B-9A4B766EFFF4}" srcOrd="0" destOrd="0" presId="urn:microsoft.com/office/officeart/2005/8/layout/radial5"/>
    <dgm:cxn modelId="{5FE98075-647E-456F-83CB-02DA4127C526}" type="presParOf" srcId="{3A934086-2A4A-4481-86FF-8A3E4809AC87}" destId="{E0A286DB-5265-408D-B092-422DB24E5D37}" srcOrd="4" destOrd="0" presId="urn:microsoft.com/office/officeart/2005/8/layout/radial5"/>
    <dgm:cxn modelId="{3F131057-E0F2-43A1-8A7E-A268AD975374}" type="presParOf" srcId="{3A934086-2A4A-4481-86FF-8A3E4809AC87}" destId="{8777030F-A029-4C49-AD04-9183B9D3B8E1}" srcOrd="5" destOrd="0" presId="urn:microsoft.com/office/officeart/2005/8/layout/radial5"/>
    <dgm:cxn modelId="{C23BD90E-3DE3-49E2-AA8D-1B5A713C2EBE}" type="presParOf" srcId="{8777030F-A029-4C49-AD04-9183B9D3B8E1}" destId="{B0DAEEF3-F7D3-48C6-BCE7-6138492CE99C}" srcOrd="0" destOrd="0" presId="urn:microsoft.com/office/officeart/2005/8/layout/radial5"/>
    <dgm:cxn modelId="{8225B769-2D6C-4B20-B24C-84DA203193D1}" type="presParOf" srcId="{3A934086-2A4A-4481-86FF-8A3E4809AC87}" destId="{F874EB69-7683-417A-83DE-4C90C5425E20}" srcOrd="6" destOrd="0" presId="urn:microsoft.com/office/officeart/2005/8/layout/radial5"/>
    <dgm:cxn modelId="{FFF25BCE-F6A2-4F74-B0BE-EBFB779D32F3}" type="presParOf" srcId="{3A934086-2A4A-4481-86FF-8A3E4809AC87}" destId="{3C6E87E1-94B6-497B-93F9-067194F1E67E}" srcOrd="7" destOrd="0" presId="urn:microsoft.com/office/officeart/2005/8/layout/radial5"/>
    <dgm:cxn modelId="{DCB235B9-CE2D-4673-A5FA-B44304EC5F09}" type="presParOf" srcId="{3C6E87E1-94B6-497B-93F9-067194F1E67E}" destId="{F42BACA1-1386-4C2E-9B96-F992BDB9712B}" srcOrd="0" destOrd="0" presId="urn:microsoft.com/office/officeart/2005/8/layout/radial5"/>
    <dgm:cxn modelId="{E903A013-544D-4913-8E25-C2909BDBCCB8}" type="presParOf" srcId="{3A934086-2A4A-4481-86FF-8A3E4809AC87}" destId="{6952C8ED-C260-437E-9922-E4792A10C5B3}"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323F303-CE28-4468-8F9D-76CBDC7A439C}">
      <dsp:nvSpPr>
        <dsp:cNvPr id="0" name=""/>
        <dsp:cNvSpPr/>
      </dsp:nvSpPr>
      <dsp:spPr>
        <a:xfrm>
          <a:off x="4051908" y="1788739"/>
          <a:ext cx="465003" cy="2992395"/>
        </a:xfrm>
        <a:custGeom>
          <a:avLst/>
          <a:gdLst/>
          <a:ahLst/>
          <a:cxnLst/>
          <a:rect l="0" t="0" r="0" b="0"/>
          <a:pathLst>
            <a:path>
              <a:moveTo>
                <a:pt x="0" y="0"/>
              </a:moveTo>
              <a:lnTo>
                <a:pt x="0" y="2992395"/>
              </a:lnTo>
              <a:lnTo>
                <a:pt x="465003" y="29923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72E81D-A3B6-46C1-9C0A-E94EE732F2ED}">
      <dsp:nvSpPr>
        <dsp:cNvPr id="0" name=""/>
        <dsp:cNvSpPr/>
      </dsp:nvSpPr>
      <dsp:spPr>
        <a:xfrm>
          <a:off x="4051908" y="1788739"/>
          <a:ext cx="465003" cy="2403324"/>
        </a:xfrm>
        <a:custGeom>
          <a:avLst/>
          <a:gdLst/>
          <a:ahLst/>
          <a:cxnLst/>
          <a:rect l="0" t="0" r="0" b="0"/>
          <a:pathLst>
            <a:path>
              <a:moveTo>
                <a:pt x="0" y="0"/>
              </a:moveTo>
              <a:lnTo>
                <a:pt x="0" y="2403324"/>
              </a:lnTo>
              <a:lnTo>
                <a:pt x="465003" y="24033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1DF1A9-7CDF-488D-8398-396A6C94C900}">
      <dsp:nvSpPr>
        <dsp:cNvPr id="0" name=""/>
        <dsp:cNvSpPr/>
      </dsp:nvSpPr>
      <dsp:spPr>
        <a:xfrm>
          <a:off x="4051908" y="1788739"/>
          <a:ext cx="465003" cy="1388880"/>
        </a:xfrm>
        <a:custGeom>
          <a:avLst/>
          <a:gdLst/>
          <a:ahLst/>
          <a:cxnLst/>
          <a:rect l="0" t="0" r="0" b="0"/>
          <a:pathLst>
            <a:path>
              <a:moveTo>
                <a:pt x="0" y="0"/>
              </a:moveTo>
              <a:lnTo>
                <a:pt x="0" y="1388880"/>
              </a:lnTo>
              <a:lnTo>
                <a:pt x="465003" y="13888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986F89-FC6D-4360-92EA-7CD5A6D3AA03}">
      <dsp:nvSpPr>
        <dsp:cNvPr id="0" name=""/>
        <dsp:cNvSpPr/>
      </dsp:nvSpPr>
      <dsp:spPr>
        <a:xfrm>
          <a:off x="4051908" y="1788739"/>
          <a:ext cx="533090" cy="348701"/>
        </a:xfrm>
        <a:custGeom>
          <a:avLst/>
          <a:gdLst/>
          <a:ahLst/>
          <a:cxnLst/>
          <a:rect l="0" t="0" r="0" b="0"/>
          <a:pathLst>
            <a:path>
              <a:moveTo>
                <a:pt x="0" y="0"/>
              </a:moveTo>
              <a:lnTo>
                <a:pt x="0" y="348701"/>
              </a:lnTo>
              <a:lnTo>
                <a:pt x="533090" y="3487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A5953D-D631-42AD-AC88-B81FF24D9106}">
      <dsp:nvSpPr>
        <dsp:cNvPr id="0" name=""/>
        <dsp:cNvSpPr/>
      </dsp:nvSpPr>
      <dsp:spPr>
        <a:xfrm>
          <a:off x="3869365" y="927760"/>
          <a:ext cx="1124482" cy="258866"/>
        </a:xfrm>
        <a:custGeom>
          <a:avLst/>
          <a:gdLst/>
          <a:ahLst/>
          <a:cxnLst/>
          <a:rect l="0" t="0" r="0" b="0"/>
          <a:pathLst>
            <a:path>
              <a:moveTo>
                <a:pt x="0" y="0"/>
              </a:moveTo>
              <a:lnTo>
                <a:pt x="0" y="132422"/>
              </a:lnTo>
              <a:lnTo>
                <a:pt x="1124482" y="132422"/>
              </a:lnTo>
              <a:lnTo>
                <a:pt x="1124482" y="25886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FC5C46-05E3-4F4E-9187-F05E306CA61D}">
      <dsp:nvSpPr>
        <dsp:cNvPr id="0" name=""/>
        <dsp:cNvSpPr/>
      </dsp:nvSpPr>
      <dsp:spPr>
        <a:xfrm>
          <a:off x="292785" y="1788739"/>
          <a:ext cx="311180" cy="2869437"/>
        </a:xfrm>
        <a:custGeom>
          <a:avLst/>
          <a:gdLst/>
          <a:ahLst/>
          <a:cxnLst/>
          <a:rect l="0" t="0" r="0" b="0"/>
          <a:pathLst>
            <a:path>
              <a:moveTo>
                <a:pt x="0" y="0"/>
              </a:moveTo>
              <a:lnTo>
                <a:pt x="0" y="2869437"/>
              </a:lnTo>
              <a:lnTo>
                <a:pt x="311180" y="2869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B7BFEB-3BDA-49E7-B508-787C66DFDA97}">
      <dsp:nvSpPr>
        <dsp:cNvPr id="0" name=""/>
        <dsp:cNvSpPr/>
      </dsp:nvSpPr>
      <dsp:spPr>
        <a:xfrm>
          <a:off x="292785" y="1788739"/>
          <a:ext cx="315358" cy="1755771"/>
        </a:xfrm>
        <a:custGeom>
          <a:avLst/>
          <a:gdLst/>
          <a:ahLst/>
          <a:cxnLst/>
          <a:rect l="0" t="0" r="0" b="0"/>
          <a:pathLst>
            <a:path>
              <a:moveTo>
                <a:pt x="0" y="0"/>
              </a:moveTo>
              <a:lnTo>
                <a:pt x="0" y="1755771"/>
              </a:lnTo>
              <a:lnTo>
                <a:pt x="315358" y="1755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81FF35-D55B-4188-94F2-D988A8C38E8A}">
      <dsp:nvSpPr>
        <dsp:cNvPr id="0" name=""/>
        <dsp:cNvSpPr/>
      </dsp:nvSpPr>
      <dsp:spPr>
        <a:xfrm>
          <a:off x="292785" y="1788739"/>
          <a:ext cx="326389" cy="684803"/>
        </a:xfrm>
        <a:custGeom>
          <a:avLst/>
          <a:gdLst/>
          <a:ahLst/>
          <a:cxnLst/>
          <a:rect l="0" t="0" r="0" b="0"/>
          <a:pathLst>
            <a:path>
              <a:moveTo>
                <a:pt x="0" y="0"/>
              </a:moveTo>
              <a:lnTo>
                <a:pt x="0" y="684803"/>
              </a:lnTo>
              <a:lnTo>
                <a:pt x="326389" y="68480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44581E-530F-49CA-89A1-AC5CFBF480C3}">
      <dsp:nvSpPr>
        <dsp:cNvPr id="0" name=""/>
        <dsp:cNvSpPr/>
      </dsp:nvSpPr>
      <dsp:spPr>
        <a:xfrm>
          <a:off x="1058758" y="927760"/>
          <a:ext cx="2810606" cy="258866"/>
        </a:xfrm>
        <a:custGeom>
          <a:avLst/>
          <a:gdLst/>
          <a:ahLst/>
          <a:cxnLst/>
          <a:rect l="0" t="0" r="0" b="0"/>
          <a:pathLst>
            <a:path>
              <a:moveTo>
                <a:pt x="2810606" y="0"/>
              </a:moveTo>
              <a:lnTo>
                <a:pt x="2810606" y="132422"/>
              </a:lnTo>
              <a:lnTo>
                <a:pt x="0" y="132422"/>
              </a:lnTo>
              <a:lnTo>
                <a:pt x="0" y="25886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42C564-07DC-4860-8FAD-AE91E954E649}">
      <dsp:nvSpPr>
        <dsp:cNvPr id="0" name=""/>
        <dsp:cNvSpPr/>
      </dsp:nvSpPr>
      <dsp:spPr>
        <a:xfrm>
          <a:off x="643218" y="2"/>
          <a:ext cx="6452294" cy="9277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1600200">
            <a:lnSpc>
              <a:spcPct val="90000"/>
            </a:lnSpc>
            <a:spcBef>
              <a:spcPct val="0"/>
            </a:spcBef>
            <a:spcAft>
              <a:spcPct val="35000"/>
            </a:spcAft>
          </a:pPr>
          <a:r>
            <a:rPr lang="zh-CN" altLang="en-US" sz="3600" kern="1200" dirty="0" smtClean="0"/>
            <a:t>怒江水电开发的争议</a:t>
          </a:r>
          <a:endParaRPr lang="zh-CN" altLang="en-US" sz="3600" kern="1200" dirty="0"/>
        </a:p>
      </dsp:txBody>
      <dsp:txXfrm>
        <a:off x="643218" y="2"/>
        <a:ext cx="6452294" cy="927758"/>
      </dsp:txXfrm>
    </dsp:sp>
    <dsp:sp modelId="{42A1A746-385B-406A-9035-8DAFD00C6813}">
      <dsp:nvSpPr>
        <dsp:cNvPr id="0" name=""/>
        <dsp:cNvSpPr/>
      </dsp:nvSpPr>
      <dsp:spPr>
        <a:xfrm>
          <a:off x="101291" y="1186627"/>
          <a:ext cx="1914933" cy="6021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smtClean="0"/>
            <a:t>支持</a:t>
          </a:r>
          <a:endParaRPr lang="zh-CN" altLang="en-US" sz="4000" kern="1200" dirty="0"/>
        </a:p>
      </dsp:txBody>
      <dsp:txXfrm>
        <a:off x="101291" y="1186627"/>
        <a:ext cx="1914933" cy="602112"/>
      </dsp:txXfrm>
    </dsp:sp>
    <dsp:sp modelId="{DC1D9C6D-A9DA-4AEC-BBCB-49FE3170DC2C}">
      <dsp:nvSpPr>
        <dsp:cNvPr id="0" name=""/>
        <dsp:cNvSpPr/>
      </dsp:nvSpPr>
      <dsp:spPr>
        <a:xfrm>
          <a:off x="619174" y="2066764"/>
          <a:ext cx="2158704" cy="8135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smtClean="0"/>
            <a:t>脱贫致富</a:t>
          </a:r>
          <a:endParaRPr lang="zh-CN" altLang="en-US" sz="2800" kern="1200" dirty="0"/>
        </a:p>
      </dsp:txBody>
      <dsp:txXfrm>
        <a:off x="619174" y="2066764"/>
        <a:ext cx="2158704" cy="813555"/>
      </dsp:txXfrm>
    </dsp:sp>
    <dsp:sp modelId="{2774E8E6-78EE-42E9-87F7-51158989743F}">
      <dsp:nvSpPr>
        <dsp:cNvPr id="0" name=""/>
        <dsp:cNvSpPr/>
      </dsp:nvSpPr>
      <dsp:spPr>
        <a:xfrm>
          <a:off x="608143" y="3168352"/>
          <a:ext cx="2222962" cy="75231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smtClean="0"/>
            <a:t>建设新农村</a:t>
          </a:r>
          <a:endParaRPr lang="zh-CN" altLang="en-US" sz="2800" kern="1200" dirty="0"/>
        </a:p>
      </dsp:txBody>
      <dsp:txXfrm>
        <a:off x="608143" y="3168352"/>
        <a:ext cx="2222962" cy="752315"/>
      </dsp:txXfrm>
    </dsp:sp>
    <dsp:sp modelId="{64C2BE8B-B0D7-42EB-B882-1ACF01C7873A}">
      <dsp:nvSpPr>
        <dsp:cNvPr id="0" name=""/>
        <dsp:cNvSpPr/>
      </dsp:nvSpPr>
      <dsp:spPr>
        <a:xfrm>
          <a:off x="603965" y="4320482"/>
          <a:ext cx="2462699" cy="675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smtClean="0"/>
            <a:t>治理生态恶化</a:t>
          </a:r>
          <a:endParaRPr lang="zh-CN" altLang="en-US" sz="2800" kern="1200" dirty="0"/>
        </a:p>
      </dsp:txBody>
      <dsp:txXfrm>
        <a:off x="603965" y="4320482"/>
        <a:ext cx="2462699" cy="675389"/>
      </dsp:txXfrm>
    </dsp:sp>
    <dsp:sp modelId="{8E0D38B2-3830-4088-8053-5E68CE0368B2}">
      <dsp:nvSpPr>
        <dsp:cNvPr id="0" name=""/>
        <dsp:cNvSpPr/>
      </dsp:nvSpPr>
      <dsp:spPr>
        <a:xfrm>
          <a:off x="3816423" y="1186627"/>
          <a:ext cx="2354848" cy="6021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smtClean="0"/>
            <a:t>反对</a:t>
          </a:r>
          <a:endParaRPr lang="zh-CN" altLang="en-US" sz="4000" kern="1200" dirty="0"/>
        </a:p>
      </dsp:txBody>
      <dsp:txXfrm>
        <a:off x="3816423" y="1186627"/>
        <a:ext cx="2354848" cy="602112"/>
      </dsp:txXfrm>
    </dsp:sp>
    <dsp:sp modelId="{2C402BFB-11D2-4376-AEC5-114B661C65C0}">
      <dsp:nvSpPr>
        <dsp:cNvPr id="0" name=""/>
        <dsp:cNvSpPr/>
      </dsp:nvSpPr>
      <dsp:spPr>
        <a:xfrm>
          <a:off x="4584998" y="1895620"/>
          <a:ext cx="2445851" cy="4836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zh-CN" altLang="en-US" sz="2500" kern="1200" dirty="0" smtClean="0"/>
            <a:t>影响旅游业</a:t>
          </a:r>
          <a:endParaRPr lang="zh-CN" altLang="en-US" sz="2500" kern="1200" dirty="0"/>
        </a:p>
      </dsp:txBody>
      <dsp:txXfrm>
        <a:off x="4584998" y="1895620"/>
        <a:ext cx="2445851" cy="483640"/>
      </dsp:txXfrm>
    </dsp:sp>
    <dsp:sp modelId="{C3B62A36-5A96-4DE9-AA9C-B4D5F43EA1FA}">
      <dsp:nvSpPr>
        <dsp:cNvPr id="0" name=""/>
        <dsp:cNvSpPr/>
      </dsp:nvSpPr>
      <dsp:spPr>
        <a:xfrm>
          <a:off x="4516911" y="2664294"/>
          <a:ext cx="3342276" cy="1026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zh-CN" altLang="en-US" sz="2500" kern="1200" dirty="0" smtClean="0"/>
            <a:t>改变生态的完整性</a:t>
          </a:r>
          <a:endParaRPr lang="en-US" altLang="zh-CN" sz="2500" kern="1200" dirty="0" smtClean="0"/>
        </a:p>
        <a:p>
          <a:pPr lvl="0" algn="ctr" defTabSz="1111250">
            <a:lnSpc>
              <a:spcPct val="90000"/>
            </a:lnSpc>
            <a:spcBef>
              <a:spcPct val="0"/>
            </a:spcBef>
            <a:spcAft>
              <a:spcPct val="35000"/>
            </a:spcAft>
          </a:pPr>
          <a:r>
            <a:rPr lang="zh-CN" altLang="en-US" sz="2500" kern="1200" dirty="0" smtClean="0"/>
            <a:t>真实性和生物的多样性</a:t>
          </a:r>
          <a:endParaRPr lang="zh-CN" altLang="en-US" sz="2500" kern="1200" dirty="0"/>
        </a:p>
      </dsp:txBody>
      <dsp:txXfrm>
        <a:off x="4516911" y="2664294"/>
        <a:ext cx="3342276" cy="1026649"/>
      </dsp:txXfrm>
    </dsp:sp>
    <dsp:sp modelId="{2BA5FB18-6CB1-478D-B23A-A0E918CDAC10}">
      <dsp:nvSpPr>
        <dsp:cNvPr id="0" name=""/>
        <dsp:cNvSpPr/>
      </dsp:nvSpPr>
      <dsp:spPr>
        <a:xfrm>
          <a:off x="4516911" y="3961786"/>
          <a:ext cx="3035837" cy="4605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zh-CN" altLang="en-US" sz="2500" kern="1200" dirty="0" smtClean="0"/>
            <a:t>破坏地方民族文化</a:t>
          </a:r>
          <a:endParaRPr lang="zh-CN" altLang="en-US" sz="2500" kern="1200" dirty="0"/>
        </a:p>
      </dsp:txBody>
      <dsp:txXfrm>
        <a:off x="4516911" y="3961786"/>
        <a:ext cx="3035837" cy="460555"/>
      </dsp:txXfrm>
    </dsp:sp>
    <dsp:sp modelId="{BAFF1E4E-C063-4579-BF53-49FEB2E159B2}">
      <dsp:nvSpPr>
        <dsp:cNvPr id="0" name=""/>
        <dsp:cNvSpPr/>
      </dsp:nvSpPr>
      <dsp:spPr>
        <a:xfrm>
          <a:off x="4516911" y="4572195"/>
          <a:ext cx="3180187" cy="4178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a:lnSpc>
              <a:spcPct val="90000"/>
            </a:lnSpc>
            <a:spcBef>
              <a:spcPct val="0"/>
            </a:spcBef>
            <a:spcAft>
              <a:spcPct val="35000"/>
            </a:spcAft>
          </a:pPr>
          <a:r>
            <a:rPr lang="zh-CN" altLang="en-US" sz="2500" kern="1200" dirty="0" smtClean="0"/>
            <a:t>移民问题不易解决</a:t>
          </a:r>
          <a:endParaRPr lang="zh-CN" altLang="en-US" sz="2500" kern="1200" dirty="0"/>
        </a:p>
      </dsp:txBody>
      <dsp:txXfrm>
        <a:off x="4516911" y="4572195"/>
        <a:ext cx="3180187" cy="417877"/>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CA89ECC-FA09-42A5-821F-390768D04CFA}">
      <dsp:nvSpPr>
        <dsp:cNvPr id="0" name=""/>
        <dsp:cNvSpPr/>
      </dsp:nvSpPr>
      <dsp:spPr>
        <a:xfrm>
          <a:off x="288028" y="1440738"/>
          <a:ext cx="1888518" cy="11825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smtClean="0"/>
            <a:t>工程的过程</a:t>
          </a:r>
          <a:endParaRPr lang="zh-CN" altLang="en-US" sz="2800" kern="1200" dirty="0"/>
        </a:p>
      </dsp:txBody>
      <dsp:txXfrm>
        <a:off x="288028" y="1440738"/>
        <a:ext cx="1888518" cy="1182523"/>
      </dsp:txXfrm>
    </dsp:sp>
    <dsp:sp modelId="{455A55BD-F0B0-4C1A-A5A5-5E465AE332B7}">
      <dsp:nvSpPr>
        <dsp:cNvPr id="0" name=""/>
        <dsp:cNvSpPr/>
      </dsp:nvSpPr>
      <dsp:spPr>
        <a:xfrm rot="17350740">
          <a:off x="1584144" y="1182685"/>
          <a:ext cx="1764469" cy="32092"/>
        </a:xfrm>
        <a:custGeom>
          <a:avLst/>
          <a:gdLst/>
          <a:ahLst/>
          <a:cxnLst/>
          <a:rect l="0" t="0" r="0" b="0"/>
          <a:pathLst>
            <a:path>
              <a:moveTo>
                <a:pt x="0" y="16046"/>
              </a:moveTo>
              <a:lnTo>
                <a:pt x="1764469"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17350740">
        <a:off x="2422267" y="1154620"/>
        <a:ext cx="88223" cy="88223"/>
      </dsp:txXfrm>
    </dsp:sp>
    <dsp:sp modelId="{08D43090-AC91-4890-BDFF-C61E77458B87}">
      <dsp:nvSpPr>
        <dsp:cNvPr id="0" name=""/>
        <dsp:cNvSpPr/>
      </dsp:nvSpPr>
      <dsp:spPr>
        <a:xfrm>
          <a:off x="2756211" y="3173"/>
          <a:ext cx="1449161"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smtClean="0"/>
            <a:t>计划</a:t>
          </a:r>
          <a:endParaRPr lang="zh-CN" altLang="en-US" sz="4000" kern="1200" dirty="0"/>
        </a:p>
      </dsp:txBody>
      <dsp:txXfrm>
        <a:off x="2756211" y="3173"/>
        <a:ext cx="1449161" cy="724580"/>
      </dsp:txXfrm>
    </dsp:sp>
    <dsp:sp modelId="{610D752D-2638-4D69-B900-90D8A7185892}">
      <dsp:nvSpPr>
        <dsp:cNvPr id="0" name=""/>
        <dsp:cNvSpPr/>
      </dsp:nvSpPr>
      <dsp:spPr>
        <a:xfrm>
          <a:off x="4205373" y="349417"/>
          <a:ext cx="579664" cy="32092"/>
        </a:xfrm>
        <a:custGeom>
          <a:avLst/>
          <a:gdLst/>
          <a:ahLst/>
          <a:cxnLst/>
          <a:rect l="0" t="0" r="0" b="0"/>
          <a:pathLst>
            <a:path>
              <a:moveTo>
                <a:pt x="0" y="16046"/>
              </a:moveTo>
              <a:lnTo>
                <a:pt x="579664"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14" y="350972"/>
        <a:ext cx="28983" cy="28983"/>
      </dsp:txXfrm>
    </dsp:sp>
    <dsp:sp modelId="{814A8EAB-F625-4C2C-BD67-557F46DCE487}">
      <dsp:nvSpPr>
        <dsp:cNvPr id="0" name=""/>
        <dsp:cNvSpPr/>
      </dsp:nvSpPr>
      <dsp:spPr>
        <a:xfrm>
          <a:off x="4785038" y="3173"/>
          <a:ext cx="2271749"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kern="1200" dirty="0" smtClean="0"/>
            <a:t>设想的</a:t>
          </a:r>
          <a:endParaRPr lang="en-US" altLang="zh-CN" sz="2000" kern="1200" dirty="0" smtClean="0"/>
        </a:p>
        <a:p>
          <a:pPr lvl="0" algn="ctr" defTabSz="889000">
            <a:lnSpc>
              <a:spcPct val="90000"/>
            </a:lnSpc>
            <a:spcBef>
              <a:spcPct val="0"/>
            </a:spcBef>
            <a:spcAft>
              <a:spcPct val="35000"/>
            </a:spcAft>
          </a:pPr>
          <a:r>
            <a:rPr lang="zh-CN" altLang="en-US" sz="2000" kern="1200" dirty="0" smtClean="0"/>
            <a:t>提出和决策</a:t>
          </a:r>
          <a:endParaRPr lang="zh-CN" altLang="en-US" sz="2000" kern="1200" dirty="0"/>
        </a:p>
      </dsp:txBody>
      <dsp:txXfrm>
        <a:off x="4785038" y="3173"/>
        <a:ext cx="2271749" cy="724580"/>
      </dsp:txXfrm>
    </dsp:sp>
    <dsp:sp modelId="{EB7E83ED-C578-4190-9FAC-6035E415FAD4}">
      <dsp:nvSpPr>
        <dsp:cNvPr id="0" name=""/>
        <dsp:cNvSpPr/>
      </dsp:nvSpPr>
      <dsp:spPr>
        <a:xfrm rot="18289469">
          <a:off x="1958849" y="1599319"/>
          <a:ext cx="1015059" cy="32092"/>
        </a:xfrm>
        <a:custGeom>
          <a:avLst/>
          <a:gdLst/>
          <a:ahLst/>
          <a:cxnLst/>
          <a:rect l="0" t="0" r="0" b="0"/>
          <a:pathLst>
            <a:path>
              <a:moveTo>
                <a:pt x="0" y="16046"/>
              </a:moveTo>
              <a:lnTo>
                <a:pt x="1015059"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rot="18289469">
        <a:off x="2441003" y="1589989"/>
        <a:ext cx="50752" cy="50752"/>
      </dsp:txXfrm>
    </dsp:sp>
    <dsp:sp modelId="{A77F93AD-DAE0-4221-9648-4A46C5B692F7}">
      <dsp:nvSpPr>
        <dsp:cNvPr id="0" name=""/>
        <dsp:cNvSpPr/>
      </dsp:nvSpPr>
      <dsp:spPr>
        <a:xfrm>
          <a:off x="2756211" y="836441"/>
          <a:ext cx="1449161"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smtClean="0"/>
            <a:t>设计</a:t>
          </a:r>
          <a:endParaRPr lang="zh-CN" altLang="en-US" sz="4000" kern="1200" dirty="0"/>
        </a:p>
      </dsp:txBody>
      <dsp:txXfrm>
        <a:off x="2756211" y="836441"/>
        <a:ext cx="1449161" cy="724580"/>
      </dsp:txXfrm>
    </dsp:sp>
    <dsp:sp modelId="{73389FE3-E341-44E0-B282-1661C96B2B2D}">
      <dsp:nvSpPr>
        <dsp:cNvPr id="0" name=""/>
        <dsp:cNvSpPr/>
      </dsp:nvSpPr>
      <dsp:spPr>
        <a:xfrm>
          <a:off x="4205373" y="1182685"/>
          <a:ext cx="579664" cy="32092"/>
        </a:xfrm>
        <a:custGeom>
          <a:avLst/>
          <a:gdLst/>
          <a:ahLst/>
          <a:cxnLst/>
          <a:rect l="0" t="0" r="0" b="0"/>
          <a:pathLst>
            <a:path>
              <a:moveTo>
                <a:pt x="0" y="16046"/>
              </a:moveTo>
              <a:lnTo>
                <a:pt x="579664"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14" y="1184240"/>
        <a:ext cx="28983" cy="28983"/>
      </dsp:txXfrm>
    </dsp:sp>
    <dsp:sp modelId="{017999BB-4B25-4642-9021-3312EFD36410}">
      <dsp:nvSpPr>
        <dsp:cNvPr id="0" name=""/>
        <dsp:cNvSpPr/>
      </dsp:nvSpPr>
      <dsp:spPr>
        <a:xfrm>
          <a:off x="4785038" y="836441"/>
          <a:ext cx="2271749"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kern="1200" dirty="0" smtClean="0"/>
            <a:t>思路  理念 </a:t>
          </a:r>
          <a:endParaRPr lang="en-US" altLang="zh-CN" sz="2000" kern="1200" dirty="0" smtClean="0"/>
        </a:p>
        <a:p>
          <a:pPr lvl="0" algn="ctr" defTabSz="889000">
            <a:lnSpc>
              <a:spcPct val="90000"/>
            </a:lnSpc>
            <a:spcBef>
              <a:spcPct val="0"/>
            </a:spcBef>
            <a:spcAft>
              <a:spcPct val="35000"/>
            </a:spcAft>
          </a:pPr>
          <a:r>
            <a:rPr lang="zh-CN" altLang="en-US" sz="2000" kern="1200" dirty="0" smtClean="0"/>
            <a:t> 施工方案</a:t>
          </a:r>
          <a:endParaRPr lang="zh-CN" altLang="en-US" sz="2000" kern="1200" dirty="0"/>
        </a:p>
      </dsp:txBody>
      <dsp:txXfrm>
        <a:off x="4785038" y="836441"/>
        <a:ext cx="2271749" cy="724580"/>
      </dsp:txXfrm>
    </dsp:sp>
    <dsp:sp modelId="{806628CA-25E8-4211-94C4-4B8AE3115559}">
      <dsp:nvSpPr>
        <dsp:cNvPr id="0" name=""/>
        <dsp:cNvSpPr/>
      </dsp:nvSpPr>
      <dsp:spPr>
        <a:xfrm>
          <a:off x="2176547" y="2015953"/>
          <a:ext cx="579664" cy="32092"/>
        </a:xfrm>
        <a:custGeom>
          <a:avLst/>
          <a:gdLst/>
          <a:ahLst/>
          <a:cxnLst/>
          <a:rect l="0" t="0" r="0" b="0"/>
          <a:pathLst>
            <a:path>
              <a:moveTo>
                <a:pt x="0" y="16046"/>
              </a:moveTo>
              <a:lnTo>
                <a:pt x="579664"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451887" y="2017508"/>
        <a:ext cx="28983" cy="28983"/>
      </dsp:txXfrm>
    </dsp:sp>
    <dsp:sp modelId="{087D4B3B-8FF3-4CCC-AE9B-C1FA9CFD5AB6}">
      <dsp:nvSpPr>
        <dsp:cNvPr id="0" name=""/>
        <dsp:cNvSpPr/>
      </dsp:nvSpPr>
      <dsp:spPr>
        <a:xfrm>
          <a:off x="2756211" y="1669709"/>
          <a:ext cx="1449161"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smtClean="0"/>
            <a:t>建造</a:t>
          </a:r>
          <a:endParaRPr lang="zh-CN" altLang="en-US" sz="4000" kern="1200" dirty="0"/>
        </a:p>
      </dsp:txBody>
      <dsp:txXfrm>
        <a:off x="2756211" y="1669709"/>
        <a:ext cx="1449161" cy="724580"/>
      </dsp:txXfrm>
    </dsp:sp>
    <dsp:sp modelId="{88A4058C-13BB-4E76-9055-A7564E0A8D60}">
      <dsp:nvSpPr>
        <dsp:cNvPr id="0" name=""/>
        <dsp:cNvSpPr/>
      </dsp:nvSpPr>
      <dsp:spPr>
        <a:xfrm>
          <a:off x="4205373" y="2015953"/>
          <a:ext cx="579664" cy="32092"/>
        </a:xfrm>
        <a:custGeom>
          <a:avLst/>
          <a:gdLst/>
          <a:ahLst/>
          <a:cxnLst/>
          <a:rect l="0" t="0" r="0" b="0"/>
          <a:pathLst>
            <a:path>
              <a:moveTo>
                <a:pt x="0" y="16046"/>
              </a:moveTo>
              <a:lnTo>
                <a:pt x="579664"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14" y="2017508"/>
        <a:ext cx="28983" cy="28983"/>
      </dsp:txXfrm>
    </dsp:sp>
    <dsp:sp modelId="{5F5D64F8-7CF2-412E-AB51-231F63767CBE}">
      <dsp:nvSpPr>
        <dsp:cNvPr id="0" name=""/>
        <dsp:cNvSpPr/>
      </dsp:nvSpPr>
      <dsp:spPr>
        <a:xfrm>
          <a:off x="4785038" y="1669709"/>
          <a:ext cx="2271749"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kern="1200" dirty="0" smtClean="0"/>
            <a:t>实施  安装</a:t>
          </a:r>
          <a:endParaRPr lang="en-US" altLang="zh-CN" sz="2000" kern="1200" dirty="0" smtClean="0"/>
        </a:p>
        <a:p>
          <a:pPr lvl="0" algn="ctr" defTabSz="889000">
            <a:lnSpc>
              <a:spcPct val="90000"/>
            </a:lnSpc>
            <a:spcBef>
              <a:spcPct val="0"/>
            </a:spcBef>
            <a:spcAft>
              <a:spcPct val="35000"/>
            </a:spcAft>
          </a:pPr>
          <a:r>
            <a:rPr lang="zh-CN" altLang="en-US" sz="2000" kern="1200" dirty="0" smtClean="0"/>
            <a:t>试车  验收</a:t>
          </a:r>
          <a:endParaRPr lang="zh-CN" altLang="en-US" sz="2000" kern="1200" dirty="0"/>
        </a:p>
      </dsp:txBody>
      <dsp:txXfrm>
        <a:off x="4785038" y="1669709"/>
        <a:ext cx="2271749" cy="724580"/>
      </dsp:txXfrm>
    </dsp:sp>
    <dsp:sp modelId="{4129D0F1-8DC0-4D6E-9FAD-51DC8A204B1D}">
      <dsp:nvSpPr>
        <dsp:cNvPr id="0" name=""/>
        <dsp:cNvSpPr/>
      </dsp:nvSpPr>
      <dsp:spPr>
        <a:xfrm rot="3310531">
          <a:off x="1958849" y="2432587"/>
          <a:ext cx="1015059" cy="32092"/>
        </a:xfrm>
        <a:custGeom>
          <a:avLst/>
          <a:gdLst/>
          <a:ahLst/>
          <a:cxnLst/>
          <a:rect l="0" t="0" r="0" b="0"/>
          <a:pathLst>
            <a:path>
              <a:moveTo>
                <a:pt x="0" y="16046"/>
              </a:moveTo>
              <a:lnTo>
                <a:pt x="1015059"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rot="3310531">
        <a:off x="2441003" y="2423257"/>
        <a:ext cx="50752" cy="50752"/>
      </dsp:txXfrm>
    </dsp:sp>
    <dsp:sp modelId="{FFCCF6FC-DAF2-406B-91C5-A6324296551D}">
      <dsp:nvSpPr>
        <dsp:cNvPr id="0" name=""/>
        <dsp:cNvSpPr/>
      </dsp:nvSpPr>
      <dsp:spPr>
        <a:xfrm>
          <a:off x="2756211" y="2502977"/>
          <a:ext cx="1449161"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smtClean="0"/>
            <a:t>使用</a:t>
          </a:r>
          <a:endParaRPr lang="zh-CN" altLang="en-US" sz="4000" kern="1200" dirty="0"/>
        </a:p>
      </dsp:txBody>
      <dsp:txXfrm>
        <a:off x="2756211" y="2502977"/>
        <a:ext cx="1449161" cy="724580"/>
      </dsp:txXfrm>
    </dsp:sp>
    <dsp:sp modelId="{68BE2C43-ED2C-4556-A421-13AFCA4BE992}">
      <dsp:nvSpPr>
        <dsp:cNvPr id="0" name=""/>
        <dsp:cNvSpPr/>
      </dsp:nvSpPr>
      <dsp:spPr>
        <a:xfrm>
          <a:off x="4205373" y="2849221"/>
          <a:ext cx="579664" cy="32092"/>
        </a:xfrm>
        <a:custGeom>
          <a:avLst/>
          <a:gdLst/>
          <a:ahLst/>
          <a:cxnLst/>
          <a:rect l="0" t="0" r="0" b="0"/>
          <a:pathLst>
            <a:path>
              <a:moveTo>
                <a:pt x="0" y="16046"/>
              </a:moveTo>
              <a:lnTo>
                <a:pt x="579664"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14" y="2850776"/>
        <a:ext cx="28983" cy="28983"/>
      </dsp:txXfrm>
    </dsp:sp>
    <dsp:sp modelId="{19AB304C-BA08-4C4D-944A-DBD069774EF5}">
      <dsp:nvSpPr>
        <dsp:cNvPr id="0" name=""/>
        <dsp:cNvSpPr/>
      </dsp:nvSpPr>
      <dsp:spPr>
        <a:xfrm>
          <a:off x="4785038" y="2502977"/>
          <a:ext cx="2252286"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zh-CN" altLang="en-US" sz="2000" kern="1200" dirty="0" smtClean="0"/>
            <a:t>实现经济效益</a:t>
          </a:r>
          <a:endParaRPr lang="en-US" altLang="zh-CN" sz="2000" kern="1200" dirty="0" smtClean="0"/>
        </a:p>
        <a:p>
          <a:pPr lvl="0" algn="ctr" defTabSz="889000">
            <a:lnSpc>
              <a:spcPct val="90000"/>
            </a:lnSpc>
            <a:spcBef>
              <a:spcPct val="0"/>
            </a:spcBef>
            <a:spcAft>
              <a:spcPct val="35000"/>
            </a:spcAft>
          </a:pPr>
          <a:r>
            <a:rPr lang="zh-CN" altLang="en-US" sz="2000" kern="1200" dirty="0" smtClean="0"/>
            <a:t>社会效益</a:t>
          </a:r>
          <a:endParaRPr lang="zh-CN" altLang="en-US" sz="2000" kern="1200" dirty="0"/>
        </a:p>
      </dsp:txBody>
      <dsp:txXfrm>
        <a:off x="4785038" y="2502977"/>
        <a:ext cx="2252286" cy="724580"/>
      </dsp:txXfrm>
    </dsp:sp>
    <dsp:sp modelId="{804538CC-83A6-4D55-9391-4E3D4BE7E8A5}">
      <dsp:nvSpPr>
        <dsp:cNvPr id="0" name=""/>
        <dsp:cNvSpPr/>
      </dsp:nvSpPr>
      <dsp:spPr>
        <a:xfrm rot="4249260">
          <a:off x="1584144" y="2849221"/>
          <a:ext cx="1764469" cy="32092"/>
        </a:xfrm>
        <a:custGeom>
          <a:avLst/>
          <a:gdLst/>
          <a:ahLst/>
          <a:cxnLst/>
          <a:rect l="0" t="0" r="0" b="0"/>
          <a:pathLst>
            <a:path>
              <a:moveTo>
                <a:pt x="0" y="16046"/>
              </a:moveTo>
              <a:lnTo>
                <a:pt x="1764469"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4249260">
        <a:off x="2422267" y="2821156"/>
        <a:ext cx="88223" cy="88223"/>
      </dsp:txXfrm>
    </dsp:sp>
    <dsp:sp modelId="{A75521A3-45C3-4040-818D-2DF8E5F82ED2}">
      <dsp:nvSpPr>
        <dsp:cNvPr id="0" name=""/>
        <dsp:cNvSpPr/>
      </dsp:nvSpPr>
      <dsp:spPr>
        <a:xfrm>
          <a:off x="2756211" y="3336245"/>
          <a:ext cx="1449161"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smtClean="0"/>
            <a:t>结束</a:t>
          </a:r>
          <a:endParaRPr lang="zh-CN" altLang="en-US" sz="4000" kern="1200" dirty="0"/>
        </a:p>
      </dsp:txBody>
      <dsp:txXfrm>
        <a:off x="2756211" y="3336245"/>
        <a:ext cx="1449161" cy="724580"/>
      </dsp:txXfrm>
    </dsp:sp>
    <dsp:sp modelId="{4C6D0985-05C5-45C5-BCA4-DEFE1728A9E1}">
      <dsp:nvSpPr>
        <dsp:cNvPr id="0" name=""/>
        <dsp:cNvSpPr/>
      </dsp:nvSpPr>
      <dsp:spPr>
        <a:xfrm>
          <a:off x="4205373" y="3682489"/>
          <a:ext cx="579664" cy="32092"/>
        </a:xfrm>
        <a:custGeom>
          <a:avLst/>
          <a:gdLst/>
          <a:ahLst/>
          <a:cxnLst/>
          <a:rect l="0" t="0" r="0" b="0"/>
          <a:pathLst>
            <a:path>
              <a:moveTo>
                <a:pt x="0" y="16046"/>
              </a:moveTo>
              <a:lnTo>
                <a:pt x="579664"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14" y="3684044"/>
        <a:ext cx="28983" cy="28983"/>
      </dsp:txXfrm>
    </dsp:sp>
    <dsp:sp modelId="{D55FE822-0F18-4B4B-BFDC-7ED3A9C65A66}">
      <dsp:nvSpPr>
        <dsp:cNvPr id="0" name=""/>
        <dsp:cNvSpPr/>
      </dsp:nvSpPr>
      <dsp:spPr>
        <a:xfrm>
          <a:off x="4785038" y="3336245"/>
          <a:ext cx="2271749" cy="7245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smtClean="0"/>
            <a:t>报废处理</a:t>
          </a:r>
          <a:endParaRPr lang="zh-CN" altLang="en-US" sz="2800" kern="1200" dirty="0"/>
        </a:p>
      </dsp:txBody>
      <dsp:txXfrm>
        <a:off x="4785038" y="3336245"/>
        <a:ext cx="2271749" cy="72458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D379347-0336-4C4A-9B9C-260A59894278}">
      <dsp:nvSpPr>
        <dsp:cNvPr id="0" name=""/>
        <dsp:cNvSpPr/>
      </dsp:nvSpPr>
      <dsp:spPr>
        <a:xfrm>
          <a:off x="432047" y="0"/>
          <a:ext cx="4896544" cy="263691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55F473-99F8-45CA-BE10-EEE699B83133}">
      <dsp:nvSpPr>
        <dsp:cNvPr id="0" name=""/>
        <dsp:cNvSpPr/>
      </dsp:nvSpPr>
      <dsp:spPr>
        <a:xfrm>
          <a:off x="195209" y="791073"/>
          <a:ext cx="1728192" cy="10547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zh-CN" altLang="en-US" sz="2500" kern="1200" dirty="0" smtClean="0"/>
            <a:t>服从上级的责任</a:t>
          </a:r>
          <a:endParaRPr lang="zh-CN" altLang="en-US" sz="2500" kern="1200" dirty="0"/>
        </a:p>
      </dsp:txBody>
      <dsp:txXfrm>
        <a:off x="195209" y="791073"/>
        <a:ext cx="1728192" cy="1054764"/>
      </dsp:txXfrm>
    </dsp:sp>
    <dsp:sp modelId="{257C5DC1-8A2A-4BF3-A69F-61CF96A62CA9}">
      <dsp:nvSpPr>
        <dsp:cNvPr id="0" name=""/>
        <dsp:cNvSpPr/>
      </dsp:nvSpPr>
      <dsp:spPr>
        <a:xfrm>
          <a:off x="2016224" y="791073"/>
          <a:ext cx="1728192" cy="10547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zh-CN" altLang="en-US" sz="2500" kern="1200" dirty="0" smtClean="0"/>
            <a:t>服务社会的责任</a:t>
          </a:r>
          <a:endParaRPr lang="zh-CN" altLang="en-US" sz="2500" kern="1200" dirty="0"/>
        </a:p>
      </dsp:txBody>
      <dsp:txXfrm>
        <a:off x="2016224" y="791073"/>
        <a:ext cx="1728192" cy="1054764"/>
      </dsp:txXfrm>
    </dsp:sp>
    <dsp:sp modelId="{1838CF56-605E-49CF-8575-13C0F492EF41}">
      <dsp:nvSpPr>
        <dsp:cNvPr id="0" name=""/>
        <dsp:cNvSpPr/>
      </dsp:nvSpPr>
      <dsp:spPr>
        <a:xfrm>
          <a:off x="3837238" y="791073"/>
          <a:ext cx="1728192" cy="10547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zh-CN" altLang="en-US" sz="2500" kern="1200" dirty="0" smtClean="0"/>
            <a:t>保护环境的责任</a:t>
          </a:r>
          <a:endParaRPr lang="zh-CN" altLang="en-US" sz="2500" kern="1200" dirty="0"/>
        </a:p>
      </dsp:txBody>
      <dsp:txXfrm>
        <a:off x="3837238" y="791073"/>
        <a:ext cx="1728192" cy="1054764"/>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D379347-0336-4C4A-9B9C-260A59894278}">
      <dsp:nvSpPr>
        <dsp:cNvPr id="0" name=""/>
        <dsp:cNvSpPr/>
      </dsp:nvSpPr>
      <dsp:spPr>
        <a:xfrm>
          <a:off x="432047" y="0"/>
          <a:ext cx="4896544" cy="263691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55F473-99F8-45CA-BE10-EEE699B83133}">
      <dsp:nvSpPr>
        <dsp:cNvPr id="0" name=""/>
        <dsp:cNvSpPr/>
      </dsp:nvSpPr>
      <dsp:spPr>
        <a:xfrm>
          <a:off x="2795" y="791073"/>
          <a:ext cx="1830402" cy="10547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zh-CN" altLang="en-US" sz="2900" kern="1200" dirty="0" smtClean="0"/>
            <a:t>忠诚责任</a:t>
          </a:r>
          <a:endParaRPr lang="zh-CN" altLang="en-US" sz="2900" kern="1200" dirty="0"/>
        </a:p>
      </dsp:txBody>
      <dsp:txXfrm>
        <a:off x="2795" y="791073"/>
        <a:ext cx="1830402" cy="1054764"/>
      </dsp:txXfrm>
    </dsp:sp>
    <dsp:sp modelId="{257C5DC1-8A2A-4BF3-A69F-61CF96A62CA9}">
      <dsp:nvSpPr>
        <dsp:cNvPr id="0" name=""/>
        <dsp:cNvSpPr/>
      </dsp:nvSpPr>
      <dsp:spPr>
        <a:xfrm>
          <a:off x="1965118" y="791073"/>
          <a:ext cx="1830402" cy="10547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zh-CN" altLang="en-US" sz="2900" kern="1200" dirty="0" smtClean="0"/>
            <a:t>社会责任</a:t>
          </a:r>
          <a:endParaRPr lang="zh-CN" altLang="en-US" sz="2900" kern="1200" dirty="0"/>
        </a:p>
      </dsp:txBody>
      <dsp:txXfrm>
        <a:off x="1965118" y="791073"/>
        <a:ext cx="1830402" cy="1054764"/>
      </dsp:txXfrm>
    </dsp:sp>
    <dsp:sp modelId="{1838CF56-605E-49CF-8575-13C0F492EF41}">
      <dsp:nvSpPr>
        <dsp:cNvPr id="0" name=""/>
        <dsp:cNvSpPr/>
      </dsp:nvSpPr>
      <dsp:spPr>
        <a:xfrm>
          <a:off x="3927442" y="791073"/>
          <a:ext cx="1830402" cy="10547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zh-CN" altLang="en-US" sz="2900" kern="1200" dirty="0" smtClean="0"/>
            <a:t>自然责任</a:t>
          </a:r>
          <a:endParaRPr lang="zh-CN" altLang="en-US" sz="2900" kern="1200" dirty="0"/>
        </a:p>
      </dsp:txBody>
      <dsp:txXfrm>
        <a:off x="3927442" y="791073"/>
        <a:ext cx="1830402" cy="1054764"/>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3918F10-B02C-42B0-89E1-D5915BDBFA73}">
      <dsp:nvSpPr>
        <dsp:cNvPr id="0" name=""/>
        <dsp:cNvSpPr/>
      </dsp:nvSpPr>
      <dsp:spPr>
        <a:xfrm>
          <a:off x="3125034" y="1432846"/>
          <a:ext cx="1022738" cy="102273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t>工程师共同体</a:t>
          </a:r>
          <a:endParaRPr lang="zh-CN" altLang="en-US" sz="1700" kern="1200" dirty="0"/>
        </a:p>
      </dsp:txBody>
      <dsp:txXfrm>
        <a:off x="3125034" y="1432846"/>
        <a:ext cx="1022738" cy="1022738"/>
      </dsp:txXfrm>
    </dsp:sp>
    <dsp:sp modelId="{EB412598-A966-492A-AD50-2B5AD512D79E}">
      <dsp:nvSpPr>
        <dsp:cNvPr id="0" name=""/>
        <dsp:cNvSpPr/>
      </dsp:nvSpPr>
      <dsp:spPr>
        <a:xfrm rot="16200000">
          <a:off x="3528360" y="1061241"/>
          <a:ext cx="216086" cy="3477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zh-CN" altLang="en-US" sz="1400" kern="1200"/>
        </a:p>
      </dsp:txBody>
      <dsp:txXfrm rot="16200000">
        <a:off x="3528360" y="1061241"/>
        <a:ext cx="216086" cy="347731"/>
      </dsp:txXfrm>
    </dsp:sp>
    <dsp:sp modelId="{DFD1E225-7272-45E6-9225-196347119AA5}">
      <dsp:nvSpPr>
        <dsp:cNvPr id="0" name=""/>
        <dsp:cNvSpPr/>
      </dsp:nvSpPr>
      <dsp:spPr>
        <a:xfrm>
          <a:off x="3125034" y="2397"/>
          <a:ext cx="1022738" cy="102273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t>官员共同体</a:t>
          </a:r>
          <a:endParaRPr lang="zh-CN" altLang="en-US" sz="1700" kern="1200" dirty="0"/>
        </a:p>
      </dsp:txBody>
      <dsp:txXfrm>
        <a:off x="3125034" y="2397"/>
        <a:ext cx="1022738" cy="1022738"/>
      </dsp:txXfrm>
    </dsp:sp>
    <dsp:sp modelId="{1444A0BE-7C80-4E6B-AF16-C1A159315DE2}">
      <dsp:nvSpPr>
        <dsp:cNvPr id="0" name=""/>
        <dsp:cNvSpPr/>
      </dsp:nvSpPr>
      <dsp:spPr>
        <a:xfrm>
          <a:off x="4237469" y="1770350"/>
          <a:ext cx="216086" cy="3477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zh-CN" altLang="en-US" sz="1400" kern="1200"/>
        </a:p>
      </dsp:txBody>
      <dsp:txXfrm>
        <a:off x="4237469" y="1770350"/>
        <a:ext cx="216086" cy="347731"/>
      </dsp:txXfrm>
    </dsp:sp>
    <dsp:sp modelId="{E0A286DB-5265-408D-B092-422DB24E5D37}">
      <dsp:nvSpPr>
        <dsp:cNvPr id="0" name=""/>
        <dsp:cNvSpPr/>
      </dsp:nvSpPr>
      <dsp:spPr>
        <a:xfrm>
          <a:off x="4555484" y="1432846"/>
          <a:ext cx="1022738" cy="102273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t>企业家共同体</a:t>
          </a:r>
          <a:endParaRPr lang="zh-CN" altLang="en-US" sz="1700" kern="1200" dirty="0"/>
        </a:p>
      </dsp:txBody>
      <dsp:txXfrm>
        <a:off x="4555484" y="1432846"/>
        <a:ext cx="1022738" cy="1022738"/>
      </dsp:txXfrm>
    </dsp:sp>
    <dsp:sp modelId="{8777030F-A029-4C49-AD04-9183B9D3B8E1}">
      <dsp:nvSpPr>
        <dsp:cNvPr id="0" name=""/>
        <dsp:cNvSpPr/>
      </dsp:nvSpPr>
      <dsp:spPr>
        <a:xfrm rot="5400000">
          <a:off x="3528360" y="2479459"/>
          <a:ext cx="216086" cy="3477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zh-CN" altLang="en-US" sz="1400" kern="1200"/>
        </a:p>
      </dsp:txBody>
      <dsp:txXfrm rot="5400000">
        <a:off x="3528360" y="2479459"/>
        <a:ext cx="216086" cy="347731"/>
      </dsp:txXfrm>
    </dsp:sp>
    <dsp:sp modelId="{F874EB69-7683-417A-83DE-4C90C5425E20}">
      <dsp:nvSpPr>
        <dsp:cNvPr id="0" name=""/>
        <dsp:cNvSpPr/>
      </dsp:nvSpPr>
      <dsp:spPr>
        <a:xfrm>
          <a:off x="3125034" y="2863296"/>
          <a:ext cx="1022738" cy="102273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t>工人共同体</a:t>
          </a:r>
          <a:endParaRPr lang="zh-CN" altLang="en-US" sz="1700" kern="1200" dirty="0"/>
        </a:p>
      </dsp:txBody>
      <dsp:txXfrm>
        <a:off x="3125034" y="2863296"/>
        <a:ext cx="1022738" cy="1022738"/>
      </dsp:txXfrm>
    </dsp:sp>
    <dsp:sp modelId="{3C6E87E1-94B6-497B-93F9-067194F1E67E}">
      <dsp:nvSpPr>
        <dsp:cNvPr id="0" name=""/>
        <dsp:cNvSpPr/>
      </dsp:nvSpPr>
      <dsp:spPr>
        <a:xfrm rot="10800000">
          <a:off x="2819251" y="1770350"/>
          <a:ext cx="216086" cy="3477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zh-CN" altLang="en-US" sz="1400" kern="1200"/>
        </a:p>
      </dsp:txBody>
      <dsp:txXfrm rot="10800000">
        <a:off x="2819251" y="1770350"/>
        <a:ext cx="216086" cy="347731"/>
      </dsp:txXfrm>
    </dsp:sp>
    <dsp:sp modelId="{6952C8ED-C260-437E-9922-E4792A10C5B3}">
      <dsp:nvSpPr>
        <dsp:cNvPr id="0" name=""/>
        <dsp:cNvSpPr/>
      </dsp:nvSpPr>
      <dsp:spPr>
        <a:xfrm>
          <a:off x="1694585" y="1432846"/>
          <a:ext cx="1022738" cy="102273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zh-CN" altLang="en-US" sz="1700" kern="1200" dirty="0" smtClean="0"/>
            <a:t>公众共同体</a:t>
          </a:r>
          <a:endParaRPr lang="zh-CN" altLang="en-US" sz="1700" kern="1200" dirty="0"/>
        </a:p>
      </dsp:txBody>
      <dsp:txXfrm>
        <a:off x="1694585" y="1432846"/>
        <a:ext cx="1022738" cy="102273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48245DB6-E2B6-4864-81E1-C683038A151A}" type="datetimeFigureOut">
              <a:rPr lang="zh-CN" altLang="en-US"/>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B726E452-F4B8-4EB6-978D-AF29E5762017}"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p:cNvSpPr>
            <a:spLocks noGrp="1" noRot="1" noChangeAspect="1"/>
          </p:cNvSpPr>
          <p:nvPr>
            <p:ph type="sldImg"/>
          </p:nvPr>
        </p:nvSpPr>
        <p:spPr bwMode="auto">
          <a:noFill/>
          <a:ln>
            <a:solidFill>
              <a:srgbClr val="000000"/>
            </a:solidFill>
            <a:miter lim="800000"/>
          </a:ln>
        </p:spPr>
      </p:sp>
      <p:sp>
        <p:nvSpPr>
          <p:cNvPr id="16386" name="备注占位符 2"/>
          <p:cNvSpPr>
            <a:spLocks noGrp="1"/>
          </p:cNvSpPr>
          <p:nvPr>
            <p:ph type="body" idx="1"/>
          </p:nvPr>
        </p:nvSpPr>
        <p:spPr bwMode="auto">
          <a:noFill/>
        </p:spPr>
        <p:txBody>
          <a:bodyPr wrap="square" numCol="1" anchor="t" anchorCtr="0" compatLnSpc="1"/>
          <a:lstStyle/>
          <a:p>
            <a:pPr>
              <a:spcBef>
                <a:spcPct val="0"/>
              </a:spcBef>
            </a:pPr>
            <a:endParaRPr lang="zh-CN" altLang="en-US" smtClean="0"/>
          </a:p>
        </p:txBody>
      </p:sp>
      <p:sp>
        <p:nvSpPr>
          <p:cNvPr id="1638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214F6EED-3FDF-492B-8F29-25B8E76DF71B}" type="slidenum">
              <a:rPr lang="zh-CN" altLang="en-US"/>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037983" y="2149475"/>
            <a:ext cx="7068035" cy="1881188"/>
          </a:xfrm>
        </p:spPr>
        <p:txBody>
          <a:bodyPr anchor="b">
            <a:normAutofit/>
          </a:bodyPr>
          <a:lstStyle>
            <a:lvl1pPr algn="ctr">
              <a:defRPr sz="4800" b="1">
                <a:solidFill>
                  <a:schemeClr val="tx1">
                    <a:lumMod val="75000"/>
                    <a:lumOff val="25000"/>
                  </a:schemeClr>
                </a:solidFill>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37982" y="4054651"/>
            <a:ext cx="7068036" cy="1003300"/>
          </a:xfrm>
        </p:spPr>
        <p:txBody>
          <a:bodyPr>
            <a:normAutofit/>
          </a:bodyPr>
          <a:lstStyle>
            <a:lvl1pPr marL="0" indent="0" algn="ctr">
              <a:buNone/>
              <a:defRPr sz="240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F8BEBE3F-48BB-4857-9D04-AD7868E3C00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7365303-459D-4B70-B8A1-1F46942AC3A0}" type="slidenum">
              <a:rPr lang="zh-CN" altLang="en-US"/>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28650" y="1377243"/>
            <a:ext cx="7886699" cy="46736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DAC439BF-276F-4735-BC4B-C3F23E129F1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510933D-4A09-42C7-8CD9-E2ADC93C1842}"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矩形 7"/>
          <p:cNvSpPr/>
          <p:nvPr>
            <p:custDataLst>
              <p:tags r:id="rId3"/>
            </p:custDataLst>
          </p:nvPr>
        </p:nvSpPr>
        <p:spPr bwMode="auto">
          <a:xfrm>
            <a:off x="7518400" y="0"/>
            <a:ext cx="463550" cy="3775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5" name="矩形 9"/>
          <p:cNvSpPr/>
          <p:nvPr>
            <p:custDataLst>
              <p:tags r:id="rId4"/>
            </p:custDataLst>
          </p:nvPr>
        </p:nvSpPr>
        <p:spPr bwMode="auto">
          <a:xfrm>
            <a:off x="7518400" y="5211763"/>
            <a:ext cx="463550" cy="16462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3" name="标题 2"/>
          <p:cNvSpPr>
            <a:spLocks noGrp="1"/>
          </p:cNvSpPr>
          <p:nvPr>
            <p:ph type="title"/>
          </p:nvPr>
        </p:nvSpPr>
        <p:spPr>
          <a:xfrm>
            <a:off x="628650" y="3721629"/>
            <a:ext cx="6355111" cy="1572859"/>
          </a:xfrm>
          <a:solidFill>
            <a:schemeClr val="accent1"/>
          </a:solidFill>
        </p:spPr>
        <p:txBody>
          <a:bodyPr>
            <a:noAutofit/>
          </a:bodyPr>
          <a:lstStyle>
            <a:lvl1pPr algn="ctr">
              <a:defRPr sz="4800"/>
            </a:lvl1pPr>
          </a:lstStyle>
          <a:p>
            <a:r>
              <a:rPr lang="zh-CN" altLang="en-US" smtClean="0"/>
              <a:t>单击此处编辑母版标题样式</a:t>
            </a:r>
            <a:endParaRPr lang="zh-CN" altLang="en-US"/>
          </a:p>
        </p:txBody>
      </p:sp>
      <p:sp>
        <p:nvSpPr>
          <p:cNvPr id="6" name="日期占位符 3"/>
          <p:cNvSpPr>
            <a:spLocks noGrp="1"/>
          </p:cNvSpPr>
          <p:nvPr>
            <p:ph type="dt" sz="half" idx="10"/>
          </p:nvPr>
        </p:nvSpPr>
        <p:spPr/>
        <p:txBody>
          <a:bodyPr/>
          <a:lstStyle>
            <a:lvl1pPr>
              <a:defRPr/>
            </a:lvl1pPr>
          </a:lstStyle>
          <a:p>
            <a:pPr>
              <a:defRPr/>
            </a:pPr>
            <a:fld id="{FF3EE3AA-CD5E-42E1-8288-7CF0CF239ADA}" type="datetimeFigureOut">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normAutofit/>
          </a:bodyPr>
          <a:lstStyle>
            <a:lvl1pPr>
              <a:defRPr/>
            </a:lvl1pPr>
          </a:lstStyle>
          <a:p>
            <a:pPr>
              <a:defRPr/>
            </a:pPr>
            <a:fld id="{7CBD2064-4A2E-4887-9FED-AD0C62D7A832}"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16959" y="1273445"/>
            <a:ext cx="7898391" cy="2323253"/>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p:nvPr>
        </p:nvSpPr>
        <p:spPr>
          <a:xfrm>
            <a:off x="628650" y="3894667"/>
            <a:ext cx="7898391" cy="2323253"/>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8" name="标题 7"/>
          <p:cNvSpPr>
            <a:spLocks noGrp="1"/>
          </p:cNvSpPr>
          <p:nvPr>
            <p:ph type="title"/>
          </p:nvPr>
        </p:nvSpPr>
        <p:spPr/>
        <p:txBody>
          <a:bodyPr/>
          <a:lstStyle/>
          <a:p>
            <a:r>
              <a:rPr lang="zh-CN" altLang="en-US" smtClean="0"/>
              <a:t>单击此处编辑母版标题样式</a:t>
            </a:r>
            <a:endParaRPr lang="zh-CN" altLang="en-US"/>
          </a:p>
        </p:txBody>
      </p:sp>
      <p:sp>
        <p:nvSpPr>
          <p:cNvPr id="5" name="日期占位符 3"/>
          <p:cNvSpPr>
            <a:spLocks noGrp="1"/>
          </p:cNvSpPr>
          <p:nvPr>
            <p:ph type="dt" sz="half" idx="10"/>
          </p:nvPr>
        </p:nvSpPr>
        <p:spPr/>
        <p:txBody>
          <a:bodyPr/>
          <a:lstStyle>
            <a:lvl1pPr>
              <a:defRPr/>
            </a:lvl1pPr>
          </a:lstStyle>
          <a:p>
            <a:pPr>
              <a:defRPr/>
            </a:pPr>
            <a:fld id="{4D6FFECE-33C9-45F2-96E9-6795771937DF}"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73795D0-DAC1-46EC-A49C-EFF2120E7043}"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29842" y="1282155"/>
            <a:ext cx="3868340"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106067"/>
            <a:ext cx="3868340" cy="4028726"/>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4629150" y="1282155"/>
            <a:ext cx="3887391"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106067"/>
            <a:ext cx="3887391" cy="402872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标题 9"/>
          <p:cNvSpPr>
            <a:spLocks noGrp="1"/>
          </p:cNvSpPr>
          <p:nvPr>
            <p:ph type="title"/>
          </p:nvPr>
        </p:nvSpPr>
        <p:spPr/>
        <p:txBody>
          <a:bodyPr/>
          <a:lstStyle/>
          <a:p>
            <a:r>
              <a:rPr lang="zh-CN" altLang="en-US" smtClean="0"/>
              <a:t>单击此处编辑母版标题样式</a:t>
            </a:r>
            <a:endParaRPr lang="zh-CN" altLang="en-US"/>
          </a:p>
        </p:txBody>
      </p:sp>
      <p:sp>
        <p:nvSpPr>
          <p:cNvPr id="7" name="日期占位符 3"/>
          <p:cNvSpPr>
            <a:spLocks noGrp="1"/>
          </p:cNvSpPr>
          <p:nvPr>
            <p:ph type="dt" sz="half" idx="10"/>
          </p:nvPr>
        </p:nvSpPr>
        <p:spPr/>
        <p:txBody>
          <a:bodyPr/>
          <a:lstStyle>
            <a:lvl1pPr>
              <a:defRPr/>
            </a:lvl1pPr>
          </a:lstStyle>
          <a:p>
            <a:pPr>
              <a:defRPr/>
            </a:pPr>
            <a:fld id="{67B4A353-5E3A-49FB-AC02-BA91B72C1EAC}"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3134069-8D0A-4D41-A372-2E63F26EB6A4}"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3" name="矩形 6"/>
          <p:cNvSpPr/>
          <p:nvPr/>
        </p:nvSpPr>
        <p:spPr>
          <a:xfrm>
            <a:off x="-17463" y="3238500"/>
            <a:ext cx="9178926"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32500" lnSpcReduction="20000"/>
          </a:bodyPr>
          <a:lstStyle/>
          <a:p>
            <a:pPr algn="ctr" fontAlgn="auto">
              <a:spcBef>
                <a:spcPts val="0"/>
              </a:spcBef>
              <a:spcAft>
                <a:spcPts val="0"/>
              </a:spcAft>
              <a:defRPr/>
            </a:pPr>
            <a:endParaRPr lang="zh-CN" altLang="en-US" sz="6600" b="1">
              <a:solidFill>
                <a:srgbClr val="FFFFFF"/>
              </a:solidFill>
            </a:endParaRPr>
          </a:p>
        </p:txBody>
      </p:sp>
      <p:sp>
        <p:nvSpPr>
          <p:cNvPr id="2" name="标题 1"/>
          <p:cNvSpPr>
            <a:spLocks noGrp="1"/>
          </p:cNvSpPr>
          <p:nvPr>
            <p:ph type="title"/>
          </p:nvPr>
        </p:nvSpPr>
        <p:spPr>
          <a:xfrm>
            <a:off x="2026356" y="2400300"/>
            <a:ext cx="5091289" cy="2057400"/>
          </a:xfrm>
          <a:solidFill>
            <a:schemeClr val="accent1"/>
          </a:solidFill>
        </p:spPr>
        <p:txBody>
          <a:bodyPr>
            <a:normAutofit/>
          </a:bodyPr>
          <a:lstStyle>
            <a:lvl1pPr algn="ctr">
              <a:defRPr sz="6600"/>
            </a:lvl1pPr>
          </a:lstStyle>
          <a:p>
            <a:r>
              <a:rPr lang="zh-CN" altLang="en-US" dirty="0" smtClean="0"/>
              <a:t>单击此处编辑母版标题样式</a:t>
            </a:r>
            <a:endParaRPr lang="zh-CN" altLang="en-US" dirty="0"/>
          </a:p>
        </p:txBody>
      </p:sp>
      <p:sp>
        <p:nvSpPr>
          <p:cNvPr id="4" name="日期占位符 2"/>
          <p:cNvSpPr>
            <a:spLocks noGrp="1"/>
          </p:cNvSpPr>
          <p:nvPr>
            <p:ph type="dt" sz="half" idx="10"/>
          </p:nvPr>
        </p:nvSpPr>
        <p:spPr/>
        <p:txBody>
          <a:bodyPr wrap="square"/>
          <a:lstStyle>
            <a:lvl1pPr>
              <a:defRPr/>
            </a:lvl1pPr>
          </a:lstStyle>
          <a:p>
            <a:pPr>
              <a:defRPr/>
            </a:pPr>
            <a:fld id="{772A6283-2D0C-4684-89C1-9E983CB1EC16}" type="datetimeFigureOut">
              <a:rPr lang="zh-CN" altLang="en-US"/>
            </a:fld>
            <a:endParaRPr lang="zh-CN" altLang="en-US"/>
          </a:p>
        </p:txBody>
      </p:sp>
      <p:sp>
        <p:nvSpPr>
          <p:cNvPr id="5" name="页脚占位符 3"/>
          <p:cNvSpPr>
            <a:spLocks noGrp="1"/>
          </p:cNvSpPr>
          <p:nvPr>
            <p:ph type="ftr" sz="quarter" idx="11"/>
          </p:nvPr>
        </p:nvSpPr>
        <p:spPr/>
        <p:txBody>
          <a:bodyPr wrap="square"/>
          <a:lstStyle>
            <a:lvl1pPr>
              <a:defRPr/>
            </a:lvl1pPr>
          </a:lstStyle>
          <a:p>
            <a:pPr>
              <a:defRPr/>
            </a:pPr>
            <a:endParaRPr lang="zh-CN" altLang="en-US"/>
          </a:p>
        </p:txBody>
      </p:sp>
      <p:sp>
        <p:nvSpPr>
          <p:cNvPr id="6" name="灯片编号占位符 4"/>
          <p:cNvSpPr>
            <a:spLocks noGrp="1"/>
          </p:cNvSpPr>
          <p:nvPr>
            <p:ph type="sldNum" sz="quarter" idx="12"/>
          </p:nvPr>
        </p:nvSpPr>
        <p:spPr/>
        <p:txBody>
          <a:bodyPr wrap="square">
            <a:normAutofit/>
          </a:bodyPr>
          <a:lstStyle>
            <a:lvl1pPr>
              <a:defRPr/>
            </a:lvl1pPr>
          </a:lstStyle>
          <a:p>
            <a:pPr>
              <a:defRPr/>
            </a:pPr>
            <a:fld id="{6824DA39-8FD9-4735-87D9-8049ADCB18A1}"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649DC0C8-DD0E-4A60-BE85-F56449DE8E21}" type="datetimeFigureOut">
              <a:rPr lang="zh-CN" altLang="en-US"/>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2FD100EF-64CB-49FD-BF93-1AA6EB6DF505}" type="slidenum">
              <a:rPr lang="zh-CN" altLang="en-US"/>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936980"/>
            <a:ext cx="3196800" cy="1600200"/>
          </a:xfrm>
        </p:spPr>
        <p:txBody>
          <a:bodyPr anchor="t">
            <a:noAutofit/>
          </a:bodyPr>
          <a:lstStyle>
            <a:lvl1pPr>
              <a:defRPr sz="3200">
                <a:solidFill>
                  <a:schemeClr val="tx1"/>
                </a:solidFill>
              </a:defRPr>
            </a:lvl1pPr>
          </a:lstStyle>
          <a:p>
            <a:r>
              <a:rPr lang="zh-CN" altLang="en-US" dirty="0" smtClean="0"/>
              <a:t>单击此处编辑母版标题样式</a:t>
            </a:r>
            <a:endParaRPr lang="zh-CN" altLang="en-US" dirty="0"/>
          </a:p>
        </p:txBody>
      </p:sp>
      <p:sp>
        <p:nvSpPr>
          <p:cNvPr id="3" name="图片占位符 2"/>
          <p:cNvSpPr>
            <a:spLocks noGrp="1"/>
          </p:cNvSpPr>
          <p:nvPr>
            <p:ph type="pic" idx="1"/>
          </p:nvPr>
        </p:nvSpPr>
        <p:spPr>
          <a:xfrm>
            <a:off x="4014391" y="959205"/>
            <a:ext cx="4478400" cy="54036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53718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C184013B-34F6-495C-B57D-F7390DEA402D}"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FDF6E42-A784-4EEE-AEB8-57DA8609AAAE}"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36994" y="365125"/>
            <a:ext cx="1278356" cy="5811838"/>
          </a:xfrm>
        </p:spPr>
        <p:txBody>
          <a:bodyPr vert="eaVert"/>
          <a:lstStyle>
            <a:lvl1pPr>
              <a:defRPr>
                <a:solidFill>
                  <a:schemeClr val="tx1"/>
                </a:solidFill>
              </a:defRPr>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427871" cy="5811838"/>
          </a:xfrm>
        </p:spPr>
        <p:txBody>
          <a:bodyPr vert="eaVert"/>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04A72365-0AAD-488F-838F-ADCC244830E7}"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F4739EC-1CA8-4C0A-AAED-6C6FC4215E15}"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1"/>
        </a:solidFill>
        <a:effectLst/>
      </p:bgPr>
    </p:bg>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628650" y="529068"/>
            <a:ext cx="7886700" cy="5575095"/>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3" name="日期占位符 2"/>
          <p:cNvSpPr>
            <a:spLocks noGrp="1"/>
          </p:cNvSpPr>
          <p:nvPr>
            <p:ph type="dt" sz="half" idx="14"/>
          </p:nvPr>
        </p:nvSpPr>
        <p:spPr/>
        <p:txBody>
          <a:bodyPr/>
          <a:lstStyle>
            <a:lvl1pPr>
              <a:defRPr/>
            </a:lvl1pPr>
          </a:lstStyle>
          <a:p>
            <a:pPr>
              <a:defRPr/>
            </a:pPr>
            <a:fld id="{5FD529A6-F2EE-4D94-BE1B-F8851B47EF52}" type="datetimeFigureOut">
              <a:rPr lang="zh-CN" altLang="en-US"/>
            </a:fld>
            <a:endParaRPr lang="zh-CN" altLang="en-US"/>
          </a:p>
        </p:txBody>
      </p:sp>
      <p:sp>
        <p:nvSpPr>
          <p:cNvPr id="4" name="页脚占位符 3"/>
          <p:cNvSpPr>
            <a:spLocks noGrp="1"/>
          </p:cNvSpPr>
          <p:nvPr>
            <p:ph type="ftr" sz="quarter" idx="15"/>
          </p:nvPr>
        </p:nvSpPr>
        <p:spPr/>
        <p:txBody>
          <a:bodyPr/>
          <a:lstStyle>
            <a:lvl1pPr>
              <a:defRPr/>
            </a:lvl1pPr>
          </a:lstStyle>
          <a:p>
            <a:pPr>
              <a:defRPr/>
            </a:pPr>
            <a:endParaRPr lang="zh-CN" altLang="en-US"/>
          </a:p>
        </p:txBody>
      </p:sp>
      <p:sp>
        <p:nvSpPr>
          <p:cNvPr id="5" name="灯片编号占位符 4"/>
          <p:cNvSpPr>
            <a:spLocks noGrp="1"/>
          </p:cNvSpPr>
          <p:nvPr>
            <p:ph type="sldNum" sz="quarter" idx="16"/>
          </p:nvPr>
        </p:nvSpPr>
        <p:spPr/>
        <p:txBody>
          <a:bodyPr/>
          <a:lstStyle>
            <a:lvl1pPr>
              <a:defRPr/>
            </a:lvl1pPr>
          </a:lstStyle>
          <a:p>
            <a:pPr>
              <a:defRPr/>
            </a:pPr>
            <a:fld id="{B681038B-F09E-4126-89D5-00AA34ACC540}"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4.xml"/><Relationship Id="rId12" Type="http://schemas.openxmlformats.org/officeDocument/2006/relationships/tags" Target="../tags/tag3.xml"/><Relationship Id="rId11" Type="http://schemas.openxmlformats.org/officeDocument/2006/relationships/image" Target="../media/image3.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custDataLst>
              <p:tags r:id="rId12"/>
            </p:custDataLst>
          </p:nvPr>
        </p:nvSpPr>
        <p:spPr bwMode="auto">
          <a:xfrm>
            <a:off x="0" y="0"/>
            <a:ext cx="5203825" cy="82391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p:cNvSpPr>
          <p:nvPr>
            <p:ph type="body" idx="1"/>
            <p:custDataLst>
              <p:tags r:id="rId13"/>
            </p:custDataLst>
          </p:nvPr>
        </p:nvSpPr>
        <p:spPr bwMode="auto">
          <a:xfrm>
            <a:off x="628650" y="1095375"/>
            <a:ext cx="7886700" cy="5170488"/>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l" fontAlgn="auto">
              <a:spcBef>
                <a:spcPts val="0"/>
              </a:spcBef>
              <a:spcAft>
                <a:spcPts val="0"/>
              </a:spcAft>
              <a:defRPr sz="1800" smtClean="0">
                <a:solidFill>
                  <a:schemeClr val="tx1">
                    <a:tint val="75000"/>
                  </a:schemeClr>
                </a:solidFill>
                <a:latin typeface="+mn-lt"/>
                <a:ea typeface="+mn-ea"/>
              </a:defRPr>
            </a:lvl1pPr>
          </a:lstStyle>
          <a:p>
            <a:pPr>
              <a:defRPr/>
            </a:pPr>
            <a:fld id="{F83E0EBA-B68F-4AC5-94AA-3442E232DC8F}" type="datetimeFigureOut">
              <a:rPr lang="zh-CN" altLang="en-US"/>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fontAlgn="auto">
              <a:spcBef>
                <a:spcPts val="0"/>
              </a:spcBef>
              <a:spcAft>
                <a:spcPts val="0"/>
              </a:spcAft>
              <a:defRPr sz="18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Autofit/>
          </a:bodyPr>
          <a:lstStyle>
            <a:lvl1pPr algn="r" fontAlgn="auto">
              <a:spcBef>
                <a:spcPts val="0"/>
              </a:spcBef>
              <a:spcAft>
                <a:spcPts val="0"/>
              </a:spcAft>
              <a:defRPr sz="1800" smtClean="0">
                <a:solidFill>
                  <a:schemeClr val="tx1">
                    <a:tint val="75000"/>
                  </a:schemeClr>
                </a:solidFill>
                <a:latin typeface="+mn-lt"/>
                <a:ea typeface="+mn-ea"/>
              </a:defRPr>
            </a:lvl1pPr>
          </a:lstStyle>
          <a:p>
            <a:pPr>
              <a:defRPr/>
            </a:pPr>
            <a:fld id="{C973FE68-40A6-43A6-8847-2B556B062C71}"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txStyles>
    <p:titleStyle>
      <a:lvl1pPr algn="l" defTabSz="685800" rtl="0" fontAlgn="base">
        <a:lnSpc>
          <a:spcPct val="90000"/>
        </a:lnSpc>
        <a:spcBef>
          <a:spcPct val="0"/>
        </a:spcBef>
        <a:spcAft>
          <a:spcPct val="0"/>
        </a:spcAft>
        <a:defRPr sz="3200" kern="1200">
          <a:solidFill>
            <a:schemeClr val="bg1"/>
          </a:solidFill>
          <a:latin typeface="+mj-lt"/>
          <a:ea typeface="+mj-ea"/>
          <a:cs typeface="+mj-cs"/>
        </a:defRPr>
      </a:lvl1pPr>
      <a:lvl2pPr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2pPr>
      <a:lvl3pPr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3pPr>
      <a:lvl4pPr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4pPr>
      <a:lvl5pPr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5pPr>
      <a:lvl6pPr marL="457200"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6pPr>
      <a:lvl7pPr marL="914400"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7pPr>
      <a:lvl8pPr marL="1371600"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8pPr>
      <a:lvl9pPr marL="1828800" algn="l" defTabSz="685800" rtl="0" fontAlgn="base">
        <a:lnSpc>
          <a:spcPct val="90000"/>
        </a:lnSpc>
        <a:spcBef>
          <a:spcPct val="0"/>
        </a:spcBef>
        <a:spcAft>
          <a:spcPct val="0"/>
        </a:spcAft>
        <a:defRPr sz="3200">
          <a:solidFill>
            <a:schemeClr val="bg1"/>
          </a:solidFill>
          <a:latin typeface="Arial" panose="020B0604020202020204" pitchFamily="34" charset="0"/>
          <a:ea typeface="黑体" panose="02010609060101010101" pitchFamily="2" charset="-122"/>
        </a:defRPr>
      </a:lvl9pPr>
    </p:titleStyle>
    <p:bodyStyle>
      <a:lvl1pPr marL="171450" indent="-171450" algn="just" defTabSz="685800" rtl="0" fontAlgn="base">
        <a:lnSpc>
          <a:spcPct val="120000"/>
        </a:lnSpc>
        <a:spcBef>
          <a:spcPts val="750"/>
        </a:spcBef>
        <a:spcAft>
          <a:spcPct val="0"/>
        </a:spcAft>
        <a:buFont typeface="Arial" panose="020B0604020202020204" pitchFamily="34" charset="0"/>
        <a:buChar char="•"/>
        <a:defRPr sz="2400" kern="1200">
          <a:solidFill>
            <a:srgbClr val="404040"/>
          </a:solidFill>
          <a:latin typeface="+mn-lt"/>
          <a:ea typeface="+mn-ea"/>
          <a:cs typeface="+mn-cs"/>
        </a:defRPr>
      </a:lvl1pPr>
      <a:lvl2pPr marL="514350" indent="-171450" algn="just" defTabSz="685800" rtl="0" fontAlgn="base">
        <a:lnSpc>
          <a:spcPct val="120000"/>
        </a:lnSpc>
        <a:spcBef>
          <a:spcPts val="375"/>
        </a:spcBef>
        <a:spcAft>
          <a:spcPct val="0"/>
        </a:spcAft>
        <a:buFont typeface="Arial" panose="020B0604020202020204" pitchFamily="34" charset="0"/>
        <a:buChar char="•"/>
        <a:defRPr sz="2000" kern="1200">
          <a:solidFill>
            <a:srgbClr val="404040"/>
          </a:solidFill>
          <a:latin typeface="+mn-lt"/>
          <a:ea typeface="+mn-ea"/>
          <a:cs typeface="+mn-cs"/>
        </a:defRPr>
      </a:lvl2pPr>
      <a:lvl3pPr marL="857250" indent="-171450" algn="just" defTabSz="685800" rtl="0" fontAlgn="base">
        <a:lnSpc>
          <a:spcPct val="120000"/>
        </a:lnSpc>
        <a:spcBef>
          <a:spcPts val="375"/>
        </a:spcBef>
        <a:spcAft>
          <a:spcPct val="0"/>
        </a:spcAft>
        <a:buFont typeface="Arial" panose="020B0604020202020204" pitchFamily="34" charset="0"/>
        <a:buChar char="•"/>
        <a:defRPr kern="1200">
          <a:solidFill>
            <a:srgbClr val="404040"/>
          </a:solidFill>
          <a:latin typeface="+mn-lt"/>
          <a:ea typeface="+mn-ea"/>
          <a:cs typeface="+mn-cs"/>
        </a:defRPr>
      </a:lvl3pPr>
      <a:lvl4pPr marL="1200150" indent="-171450" algn="just" defTabSz="685800" rtl="0" fontAlgn="base">
        <a:lnSpc>
          <a:spcPct val="120000"/>
        </a:lnSpc>
        <a:spcBef>
          <a:spcPts val="375"/>
        </a:spcBef>
        <a:spcAft>
          <a:spcPct val="0"/>
        </a:spcAft>
        <a:buFont typeface="Arial" panose="020B0604020202020204" pitchFamily="34" charset="0"/>
        <a:buChar char="•"/>
        <a:defRPr kern="1200">
          <a:solidFill>
            <a:srgbClr val="404040"/>
          </a:solidFill>
          <a:latin typeface="+mn-lt"/>
          <a:ea typeface="+mn-ea"/>
          <a:cs typeface="+mn-cs"/>
        </a:defRPr>
      </a:lvl4pPr>
      <a:lvl5pPr marL="1543050" indent="-171450" algn="just" defTabSz="685800" rtl="0" fontAlgn="base">
        <a:lnSpc>
          <a:spcPct val="120000"/>
        </a:lnSpc>
        <a:spcBef>
          <a:spcPts val="375"/>
        </a:spcBef>
        <a:spcAft>
          <a:spcPct val="0"/>
        </a:spcAft>
        <a:buFont typeface="Arial" panose="020B0604020202020204" pitchFamily="34" charset="0"/>
        <a:buChar char="•"/>
        <a:defRPr kern="1200">
          <a:solidFill>
            <a:srgbClr val="404040"/>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tags" Target="../tags/tag11.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6.xml"/><Relationship Id="rId5" Type="http://schemas.openxmlformats.org/officeDocument/2006/relationships/image" Target="../media/image6.wmf"/><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8.xml"/><Relationship Id="rId6" Type="http://schemas.openxmlformats.org/officeDocument/2006/relationships/tags" Target="../tags/tag1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14.xml.rels><?xml version="1.0" encoding="UTF-8" standalone="yes"?>
<Relationships xmlns="http://schemas.openxmlformats.org/package/2006/relationships"><Relationship Id="rId9" Type="http://schemas.microsoft.com/office/2007/relationships/diagramDrawing" Target="../diagrams/drawing2.xml"/><Relationship Id="rId8" Type="http://schemas.openxmlformats.org/officeDocument/2006/relationships/diagramColors" Target="../diagrams/colors2.xml"/><Relationship Id="rId7" Type="http://schemas.openxmlformats.org/officeDocument/2006/relationships/diagramQuickStyle" Target="../diagrams/quickStyle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1" Type="http://schemas.openxmlformats.org/officeDocument/2006/relationships/slideLayout" Target="../slideLayouts/slideLayout2.xml"/><Relationship Id="rId10" Type="http://schemas.openxmlformats.org/officeDocument/2006/relationships/tags" Target="../tags/tag46.xml"/><Relationship Id="rId1" Type="http://schemas.openxmlformats.org/officeDocument/2006/relationships/tags" Target="../tags/tag42.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tags" Target="../tags/tag72.xml"/><Relationship Id="rId1" Type="http://schemas.openxmlformats.org/officeDocument/2006/relationships/tags" Target="../tags/tag7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microsoft.com/office/2007/relationships/diagramDrawing" Target="../diagrams/drawing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3" Type="http://schemas.openxmlformats.org/officeDocument/2006/relationships/diagramData" Target="../diagrams/data3.xml"/><Relationship Id="rId2" Type="http://schemas.openxmlformats.org/officeDocument/2006/relationships/tags" Target="../tags/tag84.xml"/><Relationship Id="rId1" Type="http://schemas.openxmlformats.org/officeDocument/2006/relationships/tags" Target="../tags/tag8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microsoft.com/office/2007/relationships/diagramDrawing" Target="../diagrams/drawing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3" Type="http://schemas.openxmlformats.org/officeDocument/2006/relationships/diagramData" Target="../diagrams/data4.xml"/><Relationship Id="rId2" Type="http://schemas.openxmlformats.org/officeDocument/2006/relationships/tags" Target="../tags/tag88.xml"/><Relationship Id="rId1" Type="http://schemas.openxmlformats.org/officeDocument/2006/relationships/tags" Target="../tags/tag87.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microsoft.com/office/2007/relationships/diagramDrawing" Target="../diagrams/drawing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3" Type="http://schemas.openxmlformats.org/officeDocument/2006/relationships/diagramData" Target="../diagrams/data5.xml"/><Relationship Id="rId2" Type="http://schemas.openxmlformats.org/officeDocument/2006/relationships/tags" Target="../tags/tag90.xml"/><Relationship Id="rId1" Type="http://schemas.openxmlformats.org/officeDocument/2006/relationships/tags" Target="../tags/tag8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tags" Target="../tags/tag93.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tags" Target="../tags/tag101.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wmf"/><Relationship Id="rId2" Type="http://schemas.openxmlformats.org/officeDocument/2006/relationships/tags" Target="../tags/tag104.xml"/><Relationship Id="rId1" Type="http://schemas.openxmlformats.org/officeDocument/2006/relationships/tags" Target="../tags/tag103.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8.xml"/><Relationship Id="rId1" Type="http://schemas.openxmlformats.org/officeDocument/2006/relationships/tags" Target="../tags/tag10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9"/>
          <p:cNvSpPr>
            <a:spLocks noGrp="1"/>
          </p:cNvSpPr>
          <p:nvPr>
            <p:ph type="ctrTitle"/>
            <p:custDataLst>
              <p:tags r:id="rId1"/>
            </p:custDataLst>
          </p:nvPr>
        </p:nvSpPr>
        <p:spPr>
          <a:xfrm>
            <a:off x="1038225" y="1530350"/>
            <a:ext cx="7205663" cy="1881188"/>
          </a:xfrm>
        </p:spPr>
        <p:txBody>
          <a:bodyPr/>
          <a:lstStyle/>
          <a:p>
            <a:r>
              <a:rPr lang="zh-CN" altLang="en-US" sz="6000" smtClean="0">
                <a:solidFill>
                  <a:schemeClr val="tx1"/>
                </a:solidFill>
              </a:rPr>
              <a:t>工程伦理</a:t>
            </a:r>
            <a:endParaRPr lang="zh-CN" altLang="en-US" sz="6000" smtClean="0">
              <a:solidFill>
                <a:schemeClr val="tx1"/>
              </a:solidFill>
            </a:endParaRPr>
          </a:p>
        </p:txBody>
      </p:sp>
      <p:sp>
        <p:nvSpPr>
          <p:cNvPr id="13314" name="副标题 20"/>
          <p:cNvSpPr>
            <a:spLocks noGrp="1"/>
          </p:cNvSpPr>
          <p:nvPr>
            <p:ph type="subTitle" idx="1"/>
            <p:custDataLst>
              <p:tags r:id="rId2"/>
            </p:custDataLst>
          </p:nvPr>
        </p:nvSpPr>
        <p:spPr>
          <a:xfrm>
            <a:off x="1038225" y="4054475"/>
            <a:ext cx="7067550" cy="1003300"/>
          </a:xfrm>
        </p:spPr>
        <p:txBody>
          <a:bodyPr/>
          <a:lstStyle/>
          <a:p>
            <a:r>
              <a:rPr lang="zh-CN" altLang="en-US" b="1" smtClean="0">
                <a:solidFill>
                  <a:srgbClr val="3B3838"/>
                </a:solidFill>
              </a:rPr>
              <a:t>余文峰</a:t>
            </a:r>
            <a:endParaRPr lang="zh-CN" altLang="en-US" b="1" smtClean="0">
              <a:solidFill>
                <a:srgbClr val="3B3838"/>
              </a:solidFill>
            </a:endParaRPr>
          </a:p>
        </p:txBody>
      </p:sp>
    </p:spTree>
    <p:custDataLst>
      <p:tags r:id="rId3"/>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教学安排</a:t>
            </a:r>
            <a:endParaRPr lang="zh-CN" altLang="en-US" dirty="0"/>
          </a:p>
        </p:txBody>
      </p:sp>
      <p:sp>
        <p:nvSpPr>
          <p:cNvPr id="3" name="内容占位符 2"/>
          <p:cNvSpPr>
            <a:spLocks noGrp="1"/>
          </p:cNvSpPr>
          <p:nvPr>
            <p:ph idx="1"/>
          </p:nvPr>
        </p:nvSpPr>
        <p:spPr/>
        <p:txBody>
          <a:bodyPr/>
          <a:lstStyle/>
          <a:p>
            <a:r>
              <a:rPr lang="en-US" altLang="zh-CN" dirty="0" smtClean="0"/>
              <a:t>8</a:t>
            </a:r>
            <a:r>
              <a:rPr lang="zh-CN" altLang="en-US" dirty="0" smtClean="0"/>
              <a:t>次课</a:t>
            </a:r>
            <a:endParaRPr lang="en-US" altLang="zh-CN" dirty="0" smtClean="0"/>
          </a:p>
          <a:p>
            <a:r>
              <a:rPr lang="zh-CN" altLang="en-US" dirty="0" smtClean="0"/>
              <a:t>平时教学：</a:t>
            </a:r>
            <a:r>
              <a:rPr lang="en-US" altLang="zh-CN" dirty="0" smtClean="0"/>
              <a:t>50</a:t>
            </a:r>
            <a:r>
              <a:rPr lang="zh-CN" altLang="en-US" dirty="0" smtClean="0"/>
              <a:t>；</a:t>
            </a:r>
            <a:r>
              <a:rPr lang="en-US" altLang="zh-CN" dirty="0" smtClean="0"/>
              <a:t>3</a:t>
            </a:r>
            <a:r>
              <a:rPr lang="zh-CN" altLang="en-US" dirty="0" smtClean="0"/>
              <a:t>*</a:t>
            </a:r>
            <a:r>
              <a:rPr lang="en-US" altLang="zh-CN" dirty="0" smtClean="0"/>
              <a:t>8+3</a:t>
            </a:r>
            <a:r>
              <a:rPr lang="zh-CN" altLang="en-US" dirty="0" smtClean="0"/>
              <a:t>*</a:t>
            </a:r>
            <a:r>
              <a:rPr lang="en-US" altLang="zh-CN" dirty="0" smtClean="0"/>
              <a:t>5+1</a:t>
            </a:r>
            <a:r>
              <a:rPr lang="zh-CN" altLang="en-US" dirty="0" smtClean="0"/>
              <a:t>*</a:t>
            </a:r>
            <a:r>
              <a:rPr lang="en-US" altLang="zh-CN" dirty="0" smtClean="0"/>
              <a:t>11</a:t>
            </a:r>
            <a:endParaRPr lang="en-US" altLang="zh-CN" dirty="0" smtClean="0"/>
          </a:p>
          <a:p>
            <a:r>
              <a:rPr lang="zh-CN" altLang="en-US" dirty="0" smtClean="0"/>
              <a:t>闭卷考试：</a:t>
            </a:r>
            <a:r>
              <a:rPr lang="en-US" altLang="zh-CN" dirty="0" smtClean="0"/>
              <a:t>50-</a:t>
            </a:r>
            <a:r>
              <a:rPr lang="zh-CN" altLang="en-US" dirty="0" smtClean="0"/>
              <a:t>论述题</a:t>
            </a:r>
            <a:endParaRPr lang="en-US" altLang="zh-CN" dirty="0" smtClean="0"/>
          </a:p>
          <a:p>
            <a:r>
              <a:rPr lang="zh-CN" altLang="en-US" dirty="0" smtClean="0"/>
              <a:t>教       材：工程伦理，李正风、丛杭青、王前</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descr="cf1b9d16fdfaaf513003711b845494eef11f7ab6.jpg"/>
          <p:cNvPicPr>
            <a:picLocks noGrp="1" noChangeAspect="1"/>
          </p:cNvPicPr>
          <p:nvPr>
            <p:ph idx="1"/>
          </p:nvPr>
        </p:nvPicPr>
        <p:blipFill>
          <a:blip r:embed="rId1" cstate="print"/>
          <a:stretch>
            <a:fillRect/>
          </a:stretch>
        </p:blipFill>
        <p:spPr>
          <a:xfrm>
            <a:off x="899592" y="836712"/>
            <a:ext cx="7992888" cy="5574878"/>
          </a:xfr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title"/>
          </p:nvPr>
        </p:nvSpPr>
        <p:spPr/>
        <p:txBody>
          <a:bodyPr/>
          <a:lstStyle/>
          <a:p>
            <a:pPr algn="ctr"/>
            <a:r>
              <a:rPr lang="zh-CN" altLang="en-US" smtClean="0"/>
              <a:t>导    论</a:t>
            </a:r>
            <a:endParaRPr lang="zh-CN" altLang="en-US" smtClean="0"/>
          </a:p>
        </p:txBody>
      </p:sp>
      <p:sp>
        <p:nvSpPr>
          <p:cNvPr id="14338" name="内容占位符 2"/>
          <p:cNvSpPr>
            <a:spLocks noGrp="1"/>
          </p:cNvSpPr>
          <p:nvPr>
            <p:ph idx="1"/>
          </p:nvPr>
        </p:nvSpPr>
        <p:spPr>
          <a:xfrm>
            <a:off x="628650" y="892810"/>
            <a:ext cx="7886700" cy="5465445"/>
          </a:xfrm>
        </p:spPr>
        <p:txBody>
          <a:bodyPr/>
          <a:lstStyle/>
          <a:p>
            <a:pPr>
              <a:lnSpc>
                <a:spcPct val="200000"/>
              </a:lnSpc>
            </a:pPr>
            <a:r>
              <a:rPr lang="zh-CN" altLang="en-US" sz="3200" smtClean="0">
                <a:solidFill>
                  <a:srgbClr val="FF0000"/>
                </a:solidFill>
              </a:rPr>
              <a:t>如何定义工程师？</a:t>
            </a:r>
            <a:endParaRPr lang="zh-CN" altLang="en-US" sz="3200" smtClean="0">
              <a:solidFill>
                <a:srgbClr val="FF0000"/>
              </a:solidFill>
            </a:endParaRPr>
          </a:p>
          <a:p>
            <a:pPr>
              <a:lnSpc>
                <a:spcPct val="200000"/>
              </a:lnSpc>
            </a:pPr>
            <a:r>
              <a:rPr lang="zh-CN" altLang="en-US" sz="3200" smtClean="0">
                <a:gradFill>
                  <a:gsLst>
                    <a:gs pos="0">
                      <a:srgbClr val="7B32B2"/>
                    </a:gs>
                    <a:gs pos="100000">
                      <a:srgbClr val="401A5D"/>
                    </a:gs>
                  </a:gsLst>
                  <a:lin scaled="0"/>
                </a:gradFill>
              </a:rPr>
              <a:t>工程伦理教育的意义</a:t>
            </a:r>
            <a:endParaRPr lang="en-US" altLang="zh-CN" sz="3200" smtClean="0">
              <a:gradFill>
                <a:gsLst>
                  <a:gs pos="0">
                    <a:srgbClr val="7B32B2"/>
                  </a:gs>
                  <a:gs pos="100000">
                    <a:srgbClr val="401A5D"/>
                  </a:gs>
                </a:gsLst>
                <a:lin scaled="0"/>
              </a:gradFill>
            </a:endParaRPr>
          </a:p>
          <a:p>
            <a:pPr>
              <a:buFont typeface="Arial" panose="020B0604020202020204" pitchFamily="34" charset="0"/>
              <a:buNone/>
            </a:pPr>
            <a:r>
              <a:rPr lang="en-US" altLang="zh-CN" sz="2800" smtClean="0">
                <a:solidFill>
                  <a:schemeClr val="tx1"/>
                </a:solidFill>
              </a:rPr>
              <a:t>1.</a:t>
            </a:r>
            <a:r>
              <a:rPr lang="zh-CN" altLang="en-US" sz="2800" smtClean="0">
                <a:solidFill>
                  <a:schemeClr val="tx1"/>
                </a:solidFill>
              </a:rPr>
              <a:t>有利于提升工程师伦理素养，加强工程从业者     的社会责任。</a:t>
            </a:r>
            <a:endParaRPr lang="en-US" altLang="zh-CN" sz="2800" smtClean="0">
              <a:solidFill>
                <a:schemeClr val="tx1"/>
              </a:solidFill>
            </a:endParaRPr>
          </a:p>
          <a:p>
            <a:pPr>
              <a:buFont typeface="Arial" panose="020B0604020202020204" pitchFamily="34" charset="0"/>
              <a:buNone/>
            </a:pPr>
            <a:r>
              <a:rPr lang="en-US" altLang="zh-CN" sz="2800" smtClean="0">
                <a:solidFill>
                  <a:schemeClr val="tx1"/>
                </a:solidFill>
              </a:rPr>
              <a:t>2.</a:t>
            </a:r>
            <a:r>
              <a:rPr lang="zh-CN" altLang="en-US" sz="2800" smtClean="0">
                <a:solidFill>
                  <a:schemeClr val="tx1"/>
                </a:solidFill>
              </a:rPr>
              <a:t>有利于推动可持续发展，实现人与自然的协同 进化。</a:t>
            </a:r>
            <a:endParaRPr lang="en-US" altLang="zh-CN" sz="2800" smtClean="0">
              <a:solidFill>
                <a:schemeClr val="tx1"/>
              </a:solidFill>
            </a:endParaRPr>
          </a:p>
          <a:p>
            <a:pPr>
              <a:buFont typeface="Arial" panose="020B0604020202020204" pitchFamily="34" charset="0"/>
              <a:buNone/>
            </a:pPr>
            <a:r>
              <a:rPr lang="en-US" altLang="zh-CN" sz="2800" smtClean="0">
                <a:solidFill>
                  <a:schemeClr val="tx1"/>
                </a:solidFill>
              </a:rPr>
              <a:t>3.</a:t>
            </a:r>
            <a:r>
              <a:rPr lang="zh-CN" altLang="en-US" sz="2800" smtClean="0">
                <a:solidFill>
                  <a:schemeClr val="tx1"/>
                </a:solidFill>
              </a:rPr>
              <a:t>有利于协调社会各群体之间的利益关系，确保 社会稳定和谐。</a:t>
            </a:r>
            <a:endParaRPr lang="zh-CN" altLang="en-US" sz="2800" smtClean="0">
              <a:solidFill>
                <a:schemeClr val="tx1"/>
              </a:solidFill>
            </a:endParaRPr>
          </a:p>
        </p:txBody>
      </p:sp>
      <p:sp>
        <p:nvSpPr>
          <p:cNvPr id="4" name="L 形 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p:cNvSpPr>
          <p:nvPr>
            <p:ph type="title"/>
          </p:nvPr>
        </p:nvSpPr>
        <p:spPr/>
        <p:txBody>
          <a:bodyPr/>
          <a:lstStyle/>
          <a:p>
            <a:pPr algn="ctr"/>
            <a:r>
              <a:rPr lang="zh-CN" altLang="en-US" smtClean="0"/>
              <a:t>导    论</a:t>
            </a:r>
            <a:endParaRPr lang="zh-CN" altLang="en-US" smtClean="0"/>
          </a:p>
        </p:txBody>
      </p:sp>
      <p:sp>
        <p:nvSpPr>
          <p:cNvPr id="15362" name="内容占位符 2"/>
          <p:cNvSpPr>
            <a:spLocks noGrp="1"/>
          </p:cNvSpPr>
          <p:nvPr>
            <p:ph idx="1"/>
          </p:nvPr>
        </p:nvSpPr>
        <p:spPr>
          <a:xfrm>
            <a:off x="628650" y="1557338"/>
            <a:ext cx="7886700" cy="4319587"/>
          </a:xfrm>
        </p:spPr>
        <p:txBody>
          <a:bodyPr/>
          <a:lstStyle/>
          <a:p>
            <a:pPr>
              <a:lnSpc>
                <a:spcPct val="200000"/>
              </a:lnSpc>
              <a:spcAft>
                <a:spcPts val="2400"/>
              </a:spcAft>
            </a:pPr>
            <a:r>
              <a:rPr lang="zh-CN" altLang="en-US" sz="3200" smtClean="0">
                <a:solidFill>
                  <a:schemeClr val="tx1"/>
                </a:solidFill>
              </a:rPr>
              <a:t>工程伦理教育的目标</a:t>
            </a:r>
            <a:endParaRPr lang="en-US" altLang="zh-CN" sz="3200" smtClean="0">
              <a:solidFill>
                <a:schemeClr val="tx1"/>
              </a:solidFill>
            </a:endParaRPr>
          </a:p>
          <a:p>
            <a:pPr>
              <a:buFont typeface="Arial" panose="020B0604020202020204" pitchFamily="34" charset="0"/>
              <a:buNone/>
            </a:pPr>
            <a:r>
              <a:rPr lang="en-US" altLang="zh-CN" sz="2800" smtClean="0">
                <a:solidFill>
                  <a:schemeClr val="tx1"/>
                </a:solidFill>
              </a:rPr>
              <a:t>1.</a:t>
            </a:r>
            <a:r>
              <a:rPr lang="zh-CN" altLang="en-US" sz="2800" smtClean="0">
                <a:solidFill>
                  <a:schemeClr val="tx1"/>
                </a:solidFill>
              </a:rPr>
              <a:t>培养工程伦理意识和责任感。</a:t>
            </a:r>
            <a:endParaRPr lang="en-US" altLang="zh-CN" sz="2800" smtClean="0">
              <a:solidFill>
                <a:schemeClr val="tx1"/>
              </a:solidFill>
            </a:endParaRPr>
          </a:p>
          <a:p>
            <a:pPr>
              <a:buFont typeface="Arial" panose="020B0604020202020204" pitchFamily="34" charset="0"/>
              <a:buNone/>
            </a:pPr>
            <a:r>
              <a:rPr lang="en-US" altLang="zh-CN" sz="2800" smtClean="0">
                <a:solidFill>
                  <a:schemeClr val="tx1"/>
                </a:solidFill>
              </a:rPr>
              <a:t>2.</a:t>
            </a:r>
            <a:r>
              <a:rPr lang="zh-CN" altLang="en-US" sz="2800" smtClean="0">
                <a:solidFill>
                  <a:schemeClr val="tx1"/>
                </a:solidFill>
              </a:rPr>
              <a:t>掌握工程伦理的基本规范。</a:t>
            </a:r>
            <a:endParaRPr lang="en-US" altLang="zh-CN" sz="2800" smtClean="0">
              <a:solidFill>
                <a:schemeClr val="tx1"/>
              </a:solidFill>
            </a:endParaRPr>
          </a:p>
          <a:p>
            <a:pPr>
              <a:buFont typeface="Arial" panose="020B0604020202020204" pitchFamily="34" charset="0"/>
              <a:buNone/>
            </a:pPr>
            <a:r>
              <a:rPr lang="en-US" altLang="zh-CN" sz="2800" smtClean="0">
                <a:solidFill>
                  <a:schemeClr val="tx1"/>
                </a:solidFill>
              </a:rPr>
              <a:t>3.</a:t>
            </a:r>
            <a:r>
              <a:rPr lang="zh-CN" altLang="en-US" sz="2800" smtClean="0">
                <a:solidFill>
                  <a:schemeClr val="tx1"/>
                </a:solidFill>
              </a:rPr>
              <a:t>提高工程伦理的决策能力。</a:t>
            </a:r>
            <a:endParaRPr lang="zh-CN" altLang="en-US" sz="2800" smtClean="0">
              <a:solidFill>
                <a:schemeClr val="tx1"/>
              </a:solidFill>
            </a:endParaRPr>
          </a:p>
        </p:txBody>
      </p:sp>
      <p:sp>
        <p:nvSpPr>
          <p:cNvPr id="4" name="L 形 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00000"/>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15365" name="Picture 2" descr="C:\Users\Administrator\AppData\Local\Microsoft\Windows\Temporary Internet Files\Content.IE5\Y587OBI6\final_Objective[1].jpg"/>
          <p:cNvPicPr>
            <a:picLocks noChangeAspect="1" noChangeArrowheads="1"/>
          </p:cNvPicPr>
          <p:nvPr/>
        </p:nvPicPr>
        <p:blipFill>
          <a:blip r:embed="rId3" cstate="print"/>
          <a:srcRect/>
          <a:stretch>
            <a:fillRect/>
          </a:stretch>
        </p:blipFill>
        <p:spPr bwMode="auto">
          <a:xfrm>
            <a:off x="5724525" y="2997200"/>
            <a:ext cx="3100388" cy="2952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411" name="标题 15"/>
          <p:cNvSpPr>
            <a:spLocks noGrp="1"/>
          </p:cNvSpPr>
          <p:nvPr>
            <p:ph type="title"/>
            <p:custDataLst>
              <p:tags r:id="rId3"/>
            </p:custDataLst>
          </p:nvPr>
        </p:nvSpPr>
        <p:spPr/>
        <p:txBody>
          <a:bodyPr/>
          <a:lstStyle/>
          <a:p>
            <a:r>
              <a:rPr lang="zh-CN" altLang="en-US" smtClean="0"/>
              <a:t>第一章  工程与伦理</a:t>
            </a:r>
            <a:endParaRPr lang="zh-CN" altLang="en-US" smtClean="0"/>
          </a:p>
        </p:txBody>
      </p:sp>
      <p:sp>
        <p:nvSpPr>
          <p:cNvPr id="17" name="内容占位符 16"/>
          <p:cNvSpPr>
            <a:spLocks noGrp="1"/>
          </p:cNvSpPr>
          <p:nvPr>
            <p:ph idx="1"/>
            <p:custDataLst>
              <p:tags r:id="rId4"/>
            </p:custDataLst>
          </p:nvPr>
        </p:nvSpPr>
        <p:spPr>
          <a:xfrm>
            <a:off x="628650" y="1916113"/>
            <a:ext cx="7886700" cy="4135437"/>
          </a:xfrm>
        </p:spPr>
        <p:txBody>
          <a:bodyPr rtlCol="0">
            <a:normAutofit fontScale="97500"/>
          </a:bodyPr>
          <a:lstStyle/>
          <a:p>
            <a:pPr marL="342900" indent="-342900" fontAlgn="auto">
              <a:lnSpc>
                <a:spcPct val="150000"/>
              </a:lnSpc>
              <a:spcAft>
                <a:spcPts val="0"/>
              </a:spcAft>
              <a:buFont typeface="Arial" panose="020B0604020202020204" pitchFamily="34" charset="0"/>
              <a:buNone/>
              <a:defRPr/>
            </a:pPr>
            <a:r>
              <a:rPr lang="en-US" altLang="zh-CN" sz="3200" dirty="0" smtClean="0">
                <a:solidFill>
                  <a:schemeClr val="tx1"/>
                </a:solidFill>
              </a:rPr>
              <a:t>1.1 </a:t>
            </a:r>
            <a:r>
              <a:rPr lang="zh-CN" altLang="en-US" sz="3200" dirty="0" smtClean="0">
                <a:solidFill>
                  <a:srgbClr val="FF0000"/>
                </a:solidFill>
              </a:rPr>
              <a:t>如何理解工程？</a:t>
            </a:r>
            <a:endParaRPr lang="en-US" altLang="zh-CN" sz="3200" dirty="0" smtClean="0">
              <a:solidFill>
                <a:schemeClr val="tx1"/>
              </a:solidFill>
            </a:endParaRPr>
          </a:p>
          <a:p>
            <a:pPr marL="342900" indent="-342900" fontAlgn="auto">
              <a:lnSpc>
                <a:spcPct val="150000"/>
              </a:lnSpc>
              <a:spcAft>
                <a:spcPts val="0"/>
              </a:spcAft>
              <a:buFont typeface="Arial" panose="020B0604020202020204" pitchFamily="34" charset="0"/>
              <a:buNone/>
              <a:defRPr/>
            </a:pPr>
            <a:r>
              <a:rPr lang="en-US" altLang="zh-CN" sz="3200" dirty="0" smtClean="0">
                <a:solidFill>
                  <a:schemeClr val="tx1"/>
                </a:solidFill>
              </a:rPr>
              <a:t>1.2 </a:t>
            </a:r>
            <a:r>
              <a:rPr lang="zh-CN" altLang="en-US" sz="3200" dirty="0" smtClean="0">
                <a:solidFill>
                  <a:srgbClr val="FF0000"/>
                </a:solidFill>
              </a:rPr>
              <a:t>如何理解伦理？</a:t>
            </a:r>
            <a:endParaRPr lang="en-US" altLang="zh-CN" sz="3200" dirty="0" smtClean="0">
              <a:solidFill>
                <a:srgbClr val="FF0000"/>
              </a:solidFill>
            </a:endParaRPr>
          </a:p>
          <a:p>
            <a:pPr marL="342900" indent="-342900" fontAlgn="auto">
              <a:lnSpc>
                <a:spcPct val="150000"/>
              </a:lnSpc>
              <a:spcAft>
                <a:spcPts val="0"/>
              </a:spcAft>
              <a:buFont typeface="Arial" panose="020B0604020202020204" pitchFamily="34" charset="0"/>
              <a:buNone/>
              <a:defRPr/>
            </a:pPr>
            <a:r>
              <a:rPr lang="en-US" altLang="zh-CN" sz="3200" dirty="0" smtClean="0">
                <a:solidFill>
                  <a:schemeClr val="tx1"/>
                </a:solidFill>
              </a:rPr>
              <a:t>1.3 </a:t>
            </a:r>
            <a:r>
              <a:rPr lang="zh-CN" altLang="en-US" sz="3200" dirty="0" smtClean="0">
                <a:solidFill>
                  <a:schemeClr val="tx1"/>
                </a:solidFill>
              </a:rPr>
              <a:t>工程实践中的伦理问题</a:t>
            </a:r>
            <a:endParaRPr lang="en-US" altLang="zh-CN" sz="3200" dirty="0" smtClean="0">
              <a:solidFill>
                <a:schemeClr val="tx1"/>
              </a:solidFill>
            </a:endParaRPr>
          </a:p>
          <a:p>
            <a:pPr marL="342900" indent="-342900" fontAlgn="auto">
              <a:lnSpc>
                <a:spcPct val="150000"/>
              </a:lnSpc>
              <a:spcAft>
                <a:spcPts val="0"/>
              </a:spcAft>
              <a:buFont typeface="Arial" panose="020B0604020202020204" pitchFamily="34" charset="0"/>
              <a:buNone/>
              <a:defRPr/>
            </a:pPr>
            <a:r>
              <a:rPr lang="en-US" altLang="zh-CN" sz="3200" dirty="0" smtClean="0">
                <a:solidFill>
                  <a:schemeClr val="tx1"/>
                </a:solidFill>
              </a:rPr>
              <a:t>1.4 </a:t>
            </a:r>
            <a:r>
              <a:rPr lang="zh-CN" altLang="en-US" sz="3200" dirty="0" smtClean="0">
                <a:solidFill>
                  <a:schemeClr val="tx1"/>
                </a:solidFill>
              </a:rPr>
              <a:t>如何处理工程实践中的伦理问题？</a:t>
            </a:r>
            <a:endParaRPr lang="zh-CN" altLang="en-US" sz="3200" dirty="0" smtClean="0">
              <a:solidFill>
                <a:schemeClr val="tx1"/>
              </a:solidFill>
            </a:endParaRPr>
          </a:p>
        </p:txBody>
      </p:sp>
      <p:pic>
        <p:nvPicPr>
          <p:cNvPr id="17413" name="Picture 2" descr="C:\Program Files (x86)\Microsoft Office\MEDIA\CAGCAT10\j0149481.wmf"/>
          <p:cNvPicPr>
            <a:picLocks noChangeAspect="1" noChangeArrowheads="1"/>
          </p:cNvPicPr>
          <p:nvPr/>
        </p:nvPicPr>
        <p:blipFill>
          <a:blip r:embed="rId5" cstate="print"/>
          <a:srcRect/>
          <a:stretch>
            <a:fillRect/>
          </a:stretch>
        </p:blipFill>
        <p:spPr bwMode="auto">
          <a:xfrm>
            <a:off x="5292725" y="908050"/>
            <a:ext cx="3187700" cy="3241675"/>
          </a:xfrm>
          <a:prstGeom prst="rect">
            <a:avLst/>
          </a:prstGeom>
          <a:noFill/>
          <a:ln w="9525">
            <a:noFill/>
            <a:miter lim="800000"/>
            <a:headEnd/>
            <a:tailEnd/>
          </a:ln>
        </p:spPr>
      </p:pic>
    </p:spTree>
    <p:custDataLst>
      <p:tags r:id="rId6"/>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r>
              <a:rPr lang="zh-CN" altLang="en-US" smtClean="0"/>
              <a:t>第一章  工程与伦理</a:t>
            </a:r>
            <a:endParaRPr lang="zh-CN" altLang="en-US" smtClean="0"/>
          </a:p>
        </p:txBody>
      </p:sp>
      <p:pic>
        <p:nvPicPr>
          <p:cNvPr id="18434" name="内容占位符 3" descr="timg.jpg"/>
          <p:cNvPicPr>
            <a:picLocks noGrp="1" noChangeAspect="1"/>
          </p:cNvPicPr>
          <p:nvPr>
            <p:ph idx="1"/>
          </p:nvPr>
        </p:nvPicPr>
        <p:blipFill>
          <a:blip r:embed="rId1" cstate="print"/>
          <a:srcRect/>
          <a:stretch>
            <a:fillRect/>
          </a:stretch>
        </p:blipFill>
        <p:spPr>
          <a:xfrm>
            <a:off x="1331913" y="1052513"/>
            <a:ext cx="6840537" cy="4321175"/>
          </a:xfrm>
        </p:spPr>
      </p:pic>
      <p:sp>
        <p:nvSpPr>
          <p:cNvPr id="18435" name="TextBox 5"/>
          <p:cNvSpPr txBox="1">
            <a:spLocks noChangeArrowheads="1"/>
          </p:cNvSpPr>
          <p:nvPr/>
        </p:nvSpPr>
        <p:spPr bwMode="auto">
          <a:xfrm>
            <a:off x="1547813" y="5373688"/>
            <a:ext cx="6624637" cy="1200150"/>
          </a:xfrm>
          <a:prstGeom prst="rect">
            <a:avLst/>
          </a:prstGeom>
          <a:noFill/>
          <a:ln w="9525">
            <a:noFill/>
            <a:miter lim="800000"/>
          </a:ln>
        </p:spPr>
        <p:txBody>
          <a:bodyPr>
            <a:spAutoFit/>
          </a:bodyPr>
          <a:lstStyle/>
          <a:p>
            <a:r>
              <a:rPr lang="zh-CN" altLang="en-US" sz="2400">
                <a:ea typeface="黑体" panose="02010609060101010101" pitchFamily="2" charset="-122"/>
              </a:rPr>
              <a:t>        怒江中下游干流河段落差集中，水量大，淹没损失小，交通方便，施工条件好，地质条件良好，是我国尚待开发的水电能源基地之一</a:t>
            </a:r>
            <a:r>
              <a:rPr lang="zh-CN" altLang="en-US">
                <a:ea typeface="黑体" panose="02010609060101010101" pitchFamily="2" charset="-122"/>
              </a:rPr>
              <a:t>。</a:t>
            </a:r>
            <a:endParaRPr lang="zh-CN" altLang="en-US">
              <a:ea typeface="黑体" panose="0201060906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p:cNvGraphicFramePr/>
          <p:nvPr/>
        </p:nvGraphicFramePr>
        <p:xfrm>
          <a:off x="395536" y="1124744"/>
          <a:ext cx="8568952" cy="518457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9458" name="标题 15"/>
          <p:cNvSpPr>
            <a:spLocks noGrp="1"/>
          </p:cNvSpPr>
          <p:nvPr>
            <p:ph type="title"/>
            <p:custDataLst>
              <p:tags r:id="rId6"/>
            </p:custDataLst>
          </p:nvPr>
        </p:nvSpPr>
        <p:spPr/>
        <p:txBody>
          <a:bodyPr/>
          <a:lstStyle/>
          <a:p>
            <a:r>
              <a:rPr lang="zh-CN" altLang="en-US" smtClean="0"/>
              <a:t>第一章  工程与伦理</a:t>
            </a:r>
            <a:endParaRPr lang="zh-CN" altLang="en-US" smtClean="0"/>
          </a:p>
        </p:txBody>
      </p:sp>
    </p:spTree>
    <p:custDataLst>
      <p:tags r:id="rId7"/>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483" name="标题 15"/>
          <p:cNvSpPr>
            <a:spLocks noGrp="1"/>
          </p:cNvSpPr>
          <p:nvPr>
            <p:ph type="title"/>
            <p:custDataLst>
              <p:tags r:id="rId3"/>
            </p:custDataLst>
          </p:nvPr>
        </p:nvSpPr>
        <p:spPr/>
        <p:txBody>
          <a:bodyPr/>
          <a:lstStyle/>
          <a:p>
            <a:r>
              <a:rPr lang="en-US" altLang="zh-CN" smtClean="0"/>
              <a:t>1.1  </a:t>
            </a:r>
            <a:r>
              <a:rPr lang="zh-CN" altLang="en-US" smtClean="0"/>
              <a:t>如何理解工程</a:t>
            </a:r>
            <a:endParaRPr lang="zh-CN" altLang="en-US" smtClean="0"/>
          </a:p>
        </p:txBody>
      </p:sp>
      <p:sp>
        <p:nvSpPr>
          <p:cNvPr id="20484" name="内容占位符 16"/>
          <p:cNvSpPr>
            <a:spLocks noGrp="1"/>
          </p:cNvSpPr>
          <p:nvPr>
            <p:ph idx="1"/>
            <p:custDataLst>
              <p:tags r:id="rId4"/>
            </p:custDataLst>
          </p:nvPr>
        </p:nvSpPr>
        <p:spPr>
          <a:xfrm>
            <a:off x="395288" y="1377950"/>
            <a:ext cx="8120062" cy="4859338"/>
          </a:xfrm>
        </p:spPr>
        <p:txBody>
          <a:bodyPr/>
          <a:lstStyle/>
          <a:p>
            <a:pPr marL="342900" indent="-342900">
              <a:lnSpc>
                <a:spcPct val="150000"/>
              </a:lnSpc>
              <a:buFont typeface="Arial" panose="020B0604020202020204" pitchFamily="34" charset="0"/>
              <a:buNone/>
            </a:pPr>
            <a:r>
              <a:rPr lang="zh-CN" altLang="en-US" smtClean="0"/>
              <a:t>   </a:t>
            </a:r>
            <a:r>
              <a:rPr lang="zh-CN" altLang="en-US" b="1" smtClean="0">
                <a:solidFill>
                  <a:srgbClr val="FF0000"/>
                </a:solidFill>
              </a:rPr>
              <a:t>技术与工程</a:t>
            </a:r>
            <a:endParaRPr lang="en-US" altLang="zh-CN" b="1" smtClean="0">
              <a:solidFill>
                <a:schemeClr val="tx1"/>
              </a:solidFill>
            </a:endParaRPr>
          </a:p>
          <a:p>
            <a:pPr marL="342900" indent="-342900">
              <a:lnSpc>
                <a:spcPct val="150000"/>
              </a:lnSpc>
              <a:buFont typeface="Arial" panose="020B0604020202020204" pitchFamily="34" charset="0"/>
              <a:buNone/>
            </a:pPr>
            <a:r>
              <a:rPr lang="zh-CN" altLang="en-US" smtClean="0">
                <a:solidFill>
                  <a:schemeClr val="tx1"/>
                </a:solidFill>
              </a:rPr>
              <a:t>        在西方语言中，</a:t>
            </a:r>
            <a:r>
              <a:rPr lang="en-US" altLang="zh-CN" smtClean="0">
                <a:solidFill>
                  <a:schemeClr val="tx1"/>
                </a:solidFill>
              </a:rPr>
              <a:t>technology</a:t>
            </a:r>
            <a:r>
              <a:rPr lang="zh-CN" altLang="en-US" smtClean="0">
                <a:solidFill>
                  <a:schemeClr val="tx1"/>
                </a:solidFill>
              </a:rPr>
              <a:t>（技术）一词出自</a:t>
            </a:r>
            <a:r>
              <a:rPr lang="zh-CN" altLang="en-US" smtClean="0">
                <a:solidFill>
                  <a:srgbClr val="FF0000"/>
                </a:solidFill>
              </a:rPr>
              <a:t>希腊</a:t>
            </a:r>
            <a:r>
              <a:rPr lang="zh-CN" altLang="en-US" smtClean="0">
                <a:solidFill>
                  <a:schemeClr val="tx1"/>
                </a:solidFill>
              </a:rPr>
              <a:t>语中</a:t>
            </a:r>
            <a:r>
              <a:rPr lang="en-US" altLang="zh-CN" smtClean="0">
                <a:solidFill>
                  <a:schemeClr val="tx1"/>
                </a:solidFill>
              </a:rPr>
              <a:t>techne</a:t>
            </a:r>
            <a:r>
              <a:rPr lang="zh-CN" altLang="en-US" smtClean="0">
                <a:solidFill>
                  <a:schemeClr val="tx1"/>
                </a:solidFill>
              </a:rPr>
              <a:t>（工艺、技能）与</a:t>
            </a:r>
            <a:r>
              <a:rPr lang="en-US" altLang="zh-CN" smtClean="0">
                <a:solidFill>
                  <a:schemeClr val="tx1"/>
                </a:solidFill>
              </a:rPr>
              <a:t>logos</a:t>
            </a:r>
            <a:r>
              <a:rPr lang="zh-CN" altLang="en-US" smtClean="0">
                <a:solidFill>
                  <a:schemeClr val="tx1"/>
                </a:solidFill>
              </a:rPr>
              <a:t>（词、讲话）的组合，</a:t>
            </a:r>
            <a:r>
              <a:rPr lang="zh-CN" altLang="en-US" smtClean="0">
                <a:solidFill>
                  <a:srgbClr val="FF0000"/>
                </a:solidFill>
              </a:rPr>
              <a:t>意指对造型艺术和应用技艺进行论述</a:t>
            </a:r>
            <a:r>
              <a:rPr lang="zh-CN" altLang="en-US" smtClean="0">
                <a:solidFill>
                  <a:schemeClr val="tx1"/>
                </a:solidFill>
              </a:rPr>
              <a:t>。</a:t>
            </a:r>
            <a:r>
              <a:rPr lang="en-US" altLang="zh-CN" smtClean="0">
                <a:solidFill>
                  <a:schemeClr val="tx1"/>
                </a:solidFill>
              </a:rPr>
              <a:t>17</a:t>
            </a:r>
            <a:r>
              <a:rPr lang="zh-CN" altLang="en-US" smtClean="0">
                <a:solidFill>
                  <a:schemeClr val="tx1"/>
                </a:solidFill>
              </a:rPr>
              <a:t>世纪在</a:t>
            </a:r>
            <a:r>
              <a:rPr lang="zh-CN" altLang="en-US" smtClean="0">
                <a:solidFill>
                  <a:srgbClr val="FF0000"/>
                </a:solidFill>
              </a:rPr>
              <a:t>英国</a:t>
            </a:r>
            <a:r>
              <a:rPr lang="zh-CN" altLang="en-US" smtClean="0">
                <a:solidFill>
                  <a:schemeClr val="tx1"/>
                </a:solidFill>
              </a:rPr>
              <a:t>首次出现时，主要指</a:t>
            </a:r>
            <a:r>
              <a:rPr lang="zh-CN" altLang="en-US" smtClean="0">
                <a:solidFill>
                  <a:srgbClr val="FF0000"/>
                </a:solidFill>
              </a:rPr>
              <a:t>各种应用技艺</a:t>
            </a:r>
            <a:r>
              <a:rPr lang="zh-CN" altLang="en-US" smtClean="0">
                <a:solidFill>
                  <a:schemeClr val="tx1"/>
                </a:solidFill>
              </a:rPr>
              <a:t>。</a:t>
            </a:r>
            <a:endParaRPr lang="zh-CN" altLang="en-US" smtClean="0">
              <a:solidFill>
                <a:schemeClr val="tx1"/>
              </a:solidFill>
            </a:endParaRPr>
          </a:p>
          <a:p>
            <a:pPr marL="342900" indent="-342900">
              <a:lnSpc>
                <a:spcPct val="150000"/>
              </a:lnSpc>
              <a:buFont typeface="Arial" panose="020B0604020202020204" pitchFamily="34" charset="0"/>
              <a:buNone/>
            </a:pPr>
            <a:r>
              <a:rPr lang="en-US" altLang="zh-CN" smtClean="0">
                <a:solidFill>
                  <a:schemeClr val="tx1"/>
                </a:solidFill>
              </a:rPr>
              <a:t>        </a:t>
            </a:r>
            <a:r>
              <a:rPr lang="zh-CN" altLang="en-US" smtClean="0">
                <a:solidFill>
                  <a:schemeClr val="tx1"/>
                </a:solidFill>
              </a:rPr>
              <a:t>我国</a:t>
            </a:r>
            <a:r>
              <a:rPr lang="en-US" altLang="zh-CN" smtClean="0">
                <a:solidFill>
                  <a:schemeClr val="tx1"/>
                </a:solidFill>
              </a:rPr>
              <a:t>《</a:t>
            </a:r>
            <a:r>
              <a:rPr lang="zh-CN" altLang="en-US" smtClean="0">
                <a:solidFill>
                  <a:schemeClr val="tx1"/>
                </a:solidFill>
              </a:rPr>
              <a:t>辞海</a:t>
            </a:r>
            <a:r>
              <a:rPr lang="en-US" altLang="zh-CN" smtClean="0">
                <a:solidFill>
                  <a:schemeClr val="tx1"/>
                </a:solidFill>
              </a:rPr>
              <a:t>》</a:t>
            </a:r>
            <a:r>
              <a:rPr lang="zh-CN" altLang="en-US" smtClean="0">
                <a:solidFill>
                  <a:schemeClr val="tx1"/>
                </a:solidFill>
              </a:rPr>
              <a:t>中，技术被解释为“人类在利用自然和改造自然的过程中，积累起来并在生产劳动中体现出来的</a:t>
            </a:r>
            <a:r>
              <a:rPr lang="zh-CN" altLang="en-US" smtClean="0">
                <a:solidFill>
                  <a:srgbClr val="FF0000"/>
                </a:solidFill>
              </a:rPr>
              <a:t>经验和知识</a:t>
            </a:r>
            <a:r>
              <a:rPr lang="zh-CN" altLang="en-US" smtClean="0">
                <a:solidFill>
                  <a:schemeClr val="tx1"/>
                </a:solidFill>
              </a:rPr>
              <a:t>，也泛指其它操作方面的</a:t>
            </a:r>
            <a:r>
              <a:rPr lang="zh-CN" altLang="en-US" smtClean="0">
                <a:solidFill>
                  <a:srgbClr val="FF0000"/>
                </a:solidFill>
              </a:rPr>
              <a:t>技巧</a:t>
            </a:r>
            <a:r>
              <a:rPr lang="zh-CN" altLang="en-US" smtClean="0">
                <a:solidFill>
                  <a:schemeClr val="tx1"/>
                </a:solidFill>
              </a:rPr>
              <a:t>”。</a:t>
            </a:r>
            <a:endParaRPr lang="zh-CN" altLang="en-US" smtClean="0">
              <a:solidFill>
                <a:schemeClr val="tx1"/>
              </a:solidFill>
            </a:endParaRPr>
          </a:p>
        </p:txBody>
      </p:sp>
    </p:spTree>
    <p:custDataLst>
      <p:tags r:id="rId5"/>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507" name="标题 15"/>
          <p:cNvSpPr>
            <a:spLocks noGrp="1"/>
          </p:cNvSpPr>
          <p:nvPr>
            <p:ph type="title"/>
            <p:custDataLst>
              <p:tags r:id="rId3"/>
            </p:custDataLst>
          </p:nvPr>
        </p:nvSpPr>
        <p:spPr/>
        <p:txBody>
          <a:bodyPr/>
          <a:lstStyle/>
          <a:p>
            <a:r>
              <a:rPr lang="en-US" altLang="zh-CN" smtClean="0"/>
              <a:t>1.1  </a:t>
            </a:r>
            <a:r>
              <a:rPr lang="zh-CN" altLang="en-US" smtClean="0"/>
              <a:t>如何理解工程</a:t>
            </a:r>
            <a:endParaRPr lang="zh-CN" altLang="en-US" smtClean="0"/>
          </a:p>
        </p:txBody>
      </p:sp>
      <p:sp>
        <p:nvSpPr>
          <p:cNvPr id="21508" name="内容占位符 16"/>
          <p:cNvSpPr>
            <a:spLocks noGrp="1"/>
          </p:cNvSpPr>
          <p:nvPr>
            <p:ph idx="1"/>
            <p:custDataLst>
              <p:tags r:id="rId4"/>
            </p:custDataLst>
          </p:nvPr>
        </p:nvSpPr>
        <p:spPr>
          <a:xfrm>
            <a:off x="395288" y="1700213"/>
            <a:ext cx="8120062" cy="4537075"/>
          </a:xfrm>
        </p:spPr>
        <p:txBody>
          <a:bodyPr/>
          <a:lstStyle/>
          <a:p>
            <a:pPr marL="342900" indent="-342900">
              <a:lnSpc>
                <a:spcPct val="150000"/>
              </a:lnSpc>
              <a:buFont typeface="Arial" panose="020B0604020202020204" pitchFamily="34" charset="0"/>
              <a:buNone/>
            </a:pPr>
            <a:r>
              <a:rPr lang="zh-CN" altLang="en-US" b="1" smtClean="0"/>
              <a:t>   </a:t>
            </a:r>
            <a:r>
              <a:rPr lang="zh-CN" altLang="en-US" b="1" smtClean="0">
                <a:solidFill>
                  <a:schemeClr val="tx1"/>
                </a:solidFill>
              </a:rPr>
              <a:t>技术与工程</a:t>
            </a:r>
            <a:endParaRPr lang="en-US" altLang="zh-CN" b="1" smtClean="0">
              <a:solidFill>
                <a:schemeClr val="tx1"/>
              </a:solidFill>
            </a:endParaRPr>
          </a:p>
          <a:p>
            <a:pPr marL="342900" indent="-342900">
              <a:lnSpc>
                <a:spcPct val="150000"/>
              </a:lnSpc>
              <a:buFont typeface="Arial" panose="020B0604020202020204" pitchFamily="34" charset="0"/>
              <a:buNone/>
            </a:pPr>
            <a:r>
              <a:rPr lang="zh-CN" altLang="en-US" smtClean="0">
                <a:solidFill>
                  <a:schemeClr val="tx1"/>
                </a:solidFill>
              </a:rPr>
              <a:t>        在古代西方，“工程”一词特指的是军事工程，但就工程作为具体建设项目而言，古代的房屋、道路、水利、作战器械、土木工事等的各项建造或制作均属工程范围。</a:t>
            </a:r>
            <a:endParaRPr lang="en-US" altLang="zh-CN" smtClean="0">
              <a:solidFill>
                <a:schemeClr val="tx1"/>
              </a:solidFill>
            </a:endParaRPr>
          </a:p>
          <a:p>
            <a:pPr marL="342900" indent="-342900">
              <a:lnSpc>
                <a:spcPct val="150000"/>
              </a:lnSpc>
              <a:buFont typeface="Arial" panose="020B0604020202020204" pitchFamily="34" charset="0"/>
              <a:buNone/>
            </a:pPr>
            <a:r>
              <a:rPr lang="en-US" altLang="zh-CN" smtClean="0">
                <a:solidFill>
                  <a:schemeClr val="tx1"/>
                </a:solidFill>
              </a:rPr>
              <a:t>         </a:t>
            </a:r>
            <a:r>
              <a:rPr lang="zh-CN" altLang="en-US" smtClean="0">
                <a:solidFill>
                  <a:schemeClr val="tx1"/>
                </a:solidFill>
              </a:rPr>
              <a:t>在中国，近代之后“工程”广泛被认为是人类利用自然界的资源，应用一切技术的生产、创造、实践活动。</a:t>
            </a:r>
            <a:endParaRPr lang="zh-CN" altLang="en-US" smtClean="0">
              <a:solidFill>
                <a:schemeClr val="tx1"/>
              </a:solidFill>
            </a:endParaRPr>
          </a:p>
        </p:txBody>
      </p:sp>
    </p:spTree>
    <p:custDataLst>
      <p:tags r:id="rId5"/>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p:cNvSpPr>
          <p:nvPr>
            <p:ph type="title"/>
          </p:nvPr>
        </p:nvSpPr>
        <p:spPr/>
        <p:txBody>
          <a:bodyPr/>
          <a:lstStyle/>
          <a:p>
            <a:r>
              <a:rPr lang="en-US" altLang="zh-CN" smtClean="0"/>
              <a:t>1.1  </a:t>
            </a:r>
            <a:r>
              <a:rPr lang="zh-CN" altLang="en-US" smtClean="0"/>
              <a:t>如何理解工程</a:t>
            </a:r>
            <a:endParaRPr lang="zh-CN" altLang="en-US" smtClean="0"/>
          </a:p>
        </p:txBody>
      </p:sp>
      <p:sp>
        <p:nvSpPr>
          <p:cNvPr id="22530" name="内容占位符 3"/>
          <p:cNvSpPr>
            <a:spLocks noGrp="1"/>
          </p:cNvSpPr>
          <p:nvPr>
            <p:ph idx="1"/>
          </p:nvPr>
        </p:nvSpPr>
        <p:spPr>
          <a:xfrm>
            <a:off x="628650" y="1382713"/>
            <a:ext cx="7886700" cy="4999037"/>
          </a:xfrm>
        </p:spPr>
        <p:txBody>
          <a:bodyPr/>
          <a:lstStyle/>
          <a:p>
            <a:pPr>
              <a:lnSpc>
                <a:spcPts val="3500"/>
              </a:lnSpc>
            </a:pPr>
            <a:r>
              <a:rPr lang="zh-CN" altLang="en-US" sz="2800" b="1" smtClean="0"/>
              <a:t>技术与工程两者的区别</a:t>
            </a:r>
            <a:r>
              <a:rPr lang="en-US" altLang="zh-CN" sz="2800" b="1" smtClean="0"/>
              <a:t>---</a:t>
            </a:r>
            <a:r>
              <a:rPr lang="zh-CN" altLang="en-US" sz="2800" b="1" smtClean="0">
                <a:solidFill>
                  <a:srgbClr val="FF0000"/>
                </a:solidFill>
              </a:rPr>
              <a:t>形而上</a:t>
            </a:r>
            <a:r>
              <a:rPr lang="en-US" altLang="zh-CN" sz="2800" b="1" smtClean="0">
                <a:solidFill>
                  <a:srgbClr val="FF0000"/>
                </a:solidFill>
              </a:rPr>
              <a:t>/</a:t>
            </a:r>
            <a:r>
              <a:rPr lang="zh-CN" altLang="en-US" sz="2800" b="1" smtClean="0">
                <a:solidFill>
                  <a:srgbClr val="FF0000"/>
                </a:solidFill>
              </a:rPr>
              <a:t>下</a:t>
            </a:r>
            <a:endParaRPr lang="en-US" altLang="zh-CN" sz="2800" b="1" smtClean="0"/>
          </a:p>
          <a:p>
            <a:pPr>
              <a:lnSpc>
                <a:spcPts val="3500"/>
              </a:lnSpc>
              <a:buFont typeface="Arial" panose="020B0604020202020204" pitchFamily="34" charset="0"/>
              <a:buNone/>
            </a:pPr>
            <a:r>
              <a:rPr lang="en-US" altLang="zh-CN" sz="2800" smtClean="0">
                <a:solidFill>
                  <a:schemeClr val="tx1"/>
                </a:solidFill>
              </a:rPr>
              <a:t>1.</a:t>
            </a:r>
            <a:r>
              <a:rPr lang="zh-CN" altLang="en-US" sz="2800" smtClean="0">
                <a:solidFill>
                  <a:schemeClr val="tx1"/>
                </a:solidFill>
              </a:rPr>
              <a:t>技术是以</a:t>
            </a:r>
            <a:r>
              <a:rPr lang="zh-CN" altLang="en-US" sz="2800" smtClean="0">
                <a:solidFill>
                  <a:srgbClr val="FF0000"/>
                </a:solidFill>
              </a:rPr>
              <a:t>发明</a:t>
            </a:r>
            <a:r>
              <a:rPr lang="zh-CN" altLang="en-US" sz="2800" smtClean="0">
                <a:solidFill>
                  <a:schemeClr val="tx1"/>
                </a:solidFill>
              </a:rPr>
              <a:t>为核心的活动，工程则是以</a:t>
            </a:r>
            <a:r>
              <a:rPr lang="zh-CN" altLang="en-US" sz="2800" smtClean="0">
                <a:solidFill>
                  <a:srgbClr val="FF0000"/>
                </a:solidFill>
              </a:rPr>
              <a:t>建造</a:t>
            </a:r>
            <a:r>
              <a:rPr lang="zh-CN" altLang="en-US" sz="2800" smtClean="0">
                <a:solidFill>
                  <a:schemeClr val="tx1"/>
                </a:solidFill>
              </a:rPr>
              <a:t>为核心的活动。</a:t>
            </a:r>
            <a:endParaRPr lang="en-US" altLang="zh-CN" sz="2800" smtClean="0">
              <a:solidFill>
                <a:schemeClr val="tx1"/>
              </a:solidFill>
            </a:endParaRPr>
          </a:p>
          <a:p>
            <a:pPr>
              <a:lnSpc>
                <a:spcPts val="3500"/>
              </a:lnSpc>
              <a:buFont typeface="Arial" panose="020B0604020202020204" pitchFamily="34" charset="0"/>
              <a:buNone/>
            </a:pPr>
            <a:r>
              <a:rPr lang="en-US" altLang="zh-CN" sz="2800" smtClean="0">
                <a:solidFill>
                  <a:schemeClr val="tx1"/>
                </a:solidFill>
              </a:rPr>
              <a:t>2.</a:t>
            </a:r>
            <a:r>
              <a:rPr lang="zh-CN" altLang="en-US" sz="2800" smtClean="0">
                <a:solidFill>
                  <a:schemeClr val="tx1"/>
                </a:solidFill>
              </a:rPr>
              <a:t>技术活动成果的主要形式是发明、专利、技巧和技能，工程活动成果的主要形式是物质产品和物质设施。</a:t>
            </a:r>
            <a:endParaRPr lang="en-US" altLang="zh-CN" sz="2800" smtClean="0">
              <a:solidFill>
                <a:schemeClr val="tx1"/>
              </a:solidFill>
            </a:endParaRPr>
          </a:p>
          <a:p>
            <a:pPr>
              <a:lnSpc>
                <a:spcPts val="3500"/>
              </a:lnSpc>
              <a:buFont typeface="Arial" panose="020B0604020202020204" pitchFamily="34" charset="0"/>
              <a:buNone/>
            </a:pPr>
            <a:r>
              <a:rPr lang="en-US" altLang="zh-CN" sz="2800" smtClean="0">
                <a:solidFill>
                  <a:schemeClr val="tx1"/>
                </a:solidFill>
              </a:rPr>
              <a:t>3.</a:t>
            </a:r>
            <a:r>
              <a:rPr lang="zh-CN" altLang="en-US" sz="2800" smtClean="0">
                <a:solidFill>
                  <a:schemeClr val="tx1"/>
                </a:solidFill>
              </a:rPr>
              <a:t>技术活动的主体是</a:t>
            </a:r>
            <a:r>
              <a:rPr lang="zh-CN" altLang="en-US" sz="2800" smtClean="0">
                <a:solidFill>
                  <a:srgbClr val="FF0000"/>
                </a:solidFill>
              </a:rPr>
              <a:t>发明家</a:t>
            </a:r>
            <a:r>
              <a:rPr lang="zh-CN" altLang="en-US" sz="2800" smtClean="0">
                <a:solidFill>
                  <a:schemeClr val="tx1"/>
                </a:solidFill>
              </a:rPr>
              <a:t>，工程活动的主体是工程师以及工人、管理者、投资方等。</a:t>
            </a:r>
            <a:endParaRPr lang="en-US" altLang="zh-CN" sz="2800" smtClean="0">
              <a:solidFill>
                <a:schemeClr val="tx1"/>
              </a:solidFill>
            </a:endParaRPr>
          </a:p>
          <a:p>
            <a:pPr>
              <a:lnSpc>
                <a:spcPts val="3500"/>
              </a:lnSpc>
              <a:buFont typeface="Arial" panose="020B0604020202020204" pitchFamily="34" charset="0"/>
              <a:buNone/>
            </a:pPr>
            <a:r>
              <a:rPr lang="en-US" altLang="zh-CN" sz="2800" smtClean="0">
                <a:solidFill>
                  <a:schemeClr val="tx1"/>
                </a:solidFill>
              </a:rPr>
              <a:t>4.</a:t>
            </a:r>
            <a:r>
              <a:rPr lang="zh-CN" altLang="en-US" sz="2800" smtClean="0">
                <a:solidFill>
                  <a:schemeClr val="tx1"/>
                </a:solidFill>
              </a:rPr>
              <a:t>技术是探索带有普遍性的、可重复性的“专门方法”，工程则具有独一无二的特征。</a:t>
            </a:r>
            <a:endParaRPr lang="zh-CN" altLang="en-US" sz="2800" smtClean="0">
              <a:solidFill>
                <a:schemeClr val="tx1"/>
              </a:solidFill>
            </a:endParaRPr>
          </a:p>
        </p:txBody>
      </p:sp>
      <p:sp>
        <p:nvSpPr>
          <p:cNvPr id="5" name="L 形 4"/>
          <p:cNvSpPr/>
          <p:nvPr>
            <p:custDataLst>
              <p:tags r:id="rId1"/>
            </p:custDataLst>
          </p:nvPr>
        </p:nvSpPr>
        <p:spPr>
          <a:xfrm rot="5400000">
            <a:off x="468313" y="12303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L 形 5"/>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ustDataLst>
      <p:tags r:id="rId3"/>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555" name="标题 15"/>
          <p:cNvSpPr>
            <a:spLocks noGrp="1"/>
          </p:cNvSpPr>
          <p:nvPr>
            <p:ph type="title"/>
            <p:custDataLst>
              <p:tags r:id="rId3"/>
            </p:custDataLst>
          </p:nvPr>
        </p:nvSpPr>
        <p:spPr/>
        <p:txBody>
          <a:bodyPr/>
          <a:lstStyle/>
          <a:p>
            <a:r>
              <a:rPr lang="en-US" altLang="zh-CN" smtClean="0"/>
              <a:t>1.1  </a:t>
            </a:r>
            <a:r>
              <a:rPr lang="zh-CN" altLang="en-US" smtClean="0"/>
              <a:t>如何理解工程</a:t>
            </a:r>
            <a:endParaRPr lang="zh-CN" altLang="en-US" smtClean="0"/>
          </a:p>
        </p:txBody>
      </p:sp>
      <p:sp>
        <p:nvSpPr>
          <p:cNvPr id="17" name="内容占位符 16"/>
          <p:cNvSpPr>
            <a:spLocks noGrp="1"/>
          </p:cNvSpPr>
          <p:nvPr>
            <p:ph idx="1"/>
            <p:custDataLst>
              <p:tags r:id="rId4"/>
            </p:custDataLst>
          </p:nvPr>
        </p:nvSpPr>
        <p:spPr>
          <a:xfrm>
            <a:off x="628650" y="1377950"/>
            <a:ext cx="7886700" cy="4673600"/>
          </a:xfrm>
        </p:spPr>
        <p:txBody>
          <a:bodyPr rtlCol="0">
            <a:normAutofit lnSpcReduction="10000"/>
          </a:bodyPr>
          <a:lstStyle/>
          <a:p>
            <a:pPr marL="342900" indent="-342900" fontAlgn="auto">
              <a:lnSpc>
                <a:spcPct val="150000"/>
              </a:lnSpc>
              <a:spcAft>
                <a:spcPts val="0"/>
              </a:spcAft>
              <a:buFont typeface="Arial" panose="020B0604020202020204" pitchFamily="34" charset="0"/>
              <a:buChar char="•"/>
              <a:defRPr/>
            </a:pPr>
            <a:r>
              <a:rPr lang="zh-CN" altLang="en-US" b="1" dirty="0" smtClean="0">
                <a:solidFill>
                  <a:schemeClr val="tx1"/>
                </a:solidFill>
              </a:rPr>
              <a:t>工程的定义</a:t>
            </a:r>
            <a:endParaRPr lang="en-US" altLang="zh-CN" b="1" dirty="0" smtClean="0">
              <a:solidFill>
                <a:schemeClr val="tx1"/>
              </a:solidFill>
            </a:endParaRPr>
          </a:p>
          <a:p>
            <a:pPr marL="0" indent="-342900" fontAlgn="auto">
              <a:lnSpc>
                <a:spcPct val="150000"/>
              </a:lnSpc>
              <a:spcAft>
                <a:spcPts val="0"/>
              </a:spcAft>
              <a:buFont typeface="Arial" panose="020B0604020202020204" pitchFamily="34" charset="0"/>
              <a:buNone/>
              <a:defRPr/>
            </a:pPr>
            <a:r>
              <a:rPr lang="en-US" altLang="zh-CN" dirty="0" smtClean="0">
                <a:solidFill>
                  <a:schemeClr val="tx1"/>
                </a:solidFill>
              </a:rPr>
              <a:t>1828</a:t>
            </a:r>
            <a:r>
              <a:rPr lang="zh-CN" altLang="en-US" dirty="0" smtClean="0">
                <a:solidFill>
                  <a:schemeClr val="tx1"/>
                </a:solidFill>
              </a:rPr>
              <a:t>年</a:t>
            </a:r>
            <a:r>
              <a:rPr lang="en-US" altLang="zh-CN" dirty="0" smtClean="0">
                <a:solidFill>
                  <a:schemeClr val="tx1"/>
                </a:solidFill>
              </a:rPr>
              <a:t>Thomas </a:t>
            </a:r>
            <a:r>
              <a:rPr lang="en-US" altLang="zh-CN" dirty="0" err="1" smtClean="0">
                <a:solidFill>
                  <a:schemeClr val="tx1"/>
                </a:solidFill>
              </a:rPr>
              <a:t>Tredgold</a:t>
            </a:r>
            <a:r>
              <a:rPr lang="zh-CN" altLang="en-US" dirty="0" smtClean="0">
                <a:solidFill>
                  <a:schemeClr val="tx1"/>
                </a:solidFill>
              </a:rPr>
              <a:t>提出了此后在较长时间被广泛接受的定义，即：“工程是驾驭源于自然界的力量以供人类使用并为人类提供便利的艺术”。</a:t>
            </a:r>
            <a:endParaRPr lang="en-US" altLang="zh-CN" dirty="0" smtClean="0">
              <a:solidFill>
                <a:schemeClr val="tx1"/>
              </a:solidFill>
            </a:endParaRPr>
          </a:p>
          <a:p>
            <a:pPr marL="0" indent="-342900" fontAlgn="auto">
              <a:lnSpc>
                <a:spcPct val="150000"/>
              </a:lnSpc>
              <a:spcAft>
                <a:spcPts val="0"/>
              </a:spcAft>
              <a:buFont typeface="Arial" panose="020B0604020202020204" pitchFamily="34" charset="0"/>
              <a:buNone/>
              <a:defRPr/>
            </a:pPr>
            <a:r>
              <a:rPr lang="en-US" altLang="zh-CN" dirty="0" smtClean="0">
                <a:solidFill>
                  <a:schemeClr val="tx1"/>
                </a:solidFill>
              </a:rPr>
              <a:t>1998</a:t>
            </a:r>
            <a:r>
              <a:rPr lang="zh-CN" altLang="en-US" dirty="0" smtClean="0">
                <a:solidFill>
                  <a:schemeClr val="tx1"/>
                </a:solidFill>
              </a:rPr>
              <a:t>年美国工程与技术资格认证委员会做过这样的界定：工程是应用通过研究、经验和实践所得到的数学和自然科学知识，以开发和有效利用自然资源和能源，为人类利益服务的途径和职业。</a:t>
            </a:r>
            <a:endParaRPr lang="en-US" altLang="zh-CN" dirty="0" smtClean="0">
              <a:solidFill>
                <a:schemeClr val="tx1"/>
              </a:solidFill>
            </a:endParaRPr>
          </a:p>
        </p:txBody>
      </p:sp>
    </p:spTree>
    <p:custDataLst>
      <p:tags r:id="rId5"/>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4579" name="标题 15"/>
          <p:cNvSpPr>
            <a:spLocks noGrp="1"/>
          </p:cNvSpPr>
          <p:nvPr>
            <p:ph type="title"/>
            <p:custDataLst>
              <p:tags r:id="rId3"/>
            </p:custDataLst>
          </p:nvPr>
        </p:nvSpPr>
        <p:spPr/>
        <p:txBody>
          <a:bodyPr/>
          <a:lstStyle/>
          <a:p>
            <a:r>
              <a:rPr lang="en-US" altLang="zh-CN" smtClean="0"/>
              <a:t>1.1  </a:t>
            </a:r>
            <a:r>
              <a:rPr lang="zh-CN" altLang="en-US" smtClean="0"/>
              <a:t>如何理解工程</a:t>
            </a:r>
            <a:endParaRPr lang="zh-CN" altLang="en-US" smtClean="0"/>
          </a:p>
        </p:txBody>
      </p:sp>
      <p:sp>
        <p:nvSpPr>
          <p:cNvPr id="17" name="内容占位符 16"/>
          <p:cNvSpPr>
            <a:spLocks noGrp="1"/>
          </p:cNvSpPr>
          <p:nvPr>
            <p:ph idx="1"/>
            <p:custDataLst>
              <p:tags r:id="rId4"/>
            </p:custDataLst>
          </p:nvPr>
        </p:nvSpPr>
        <p:spPr>
          <a:xfrm>
            <a:off x="628650" y="1377950"/>
            <a:ext cx="7886700" cy="4673600"/>
          </a:xfrm>
        </p:spPr>
        <p:txBody>
          <a:bodyPr rtlCol="0">
            <a:normAutofit fontScale="92500"/>
          </a:bodyPr>
          <a:lstStyle/>
          <a:p>
            <a:pPr marL="342900" indent="-342900" fontAlgn="auto">
              <a:lnSpc>
                <a:spcPct val="150000"/>
              </a:lnSpc>
              <a:spcAft>
                <a:spcPts val="0"/>
              </a:spcAft>
              <a:buFont typeface="Arial" panose="020B0604020202020204" pitchFamily="34" charset="0"/>
              <a:buChar char="•"/>
              <a:defRPr/>
            </a:pPr>
            <a:r>
              <a:rPr lang="zh-CN" altLang="en-US" b="1" dirty="0" smtClean="0">
                <a:solidFill>
                  <a:schemeClr val="tx1"/>
                </a:solidFill>
              </a:rPr>
              <a:t>工程的定义</a:t>
            </a:r>
            <a:endParaRPr lang="en-US" altLang="zh-CN" b="1" dirty="0" smtClean="0">
              <a:solidFill>
                <a:schemeClr val="tx1"/>
              </a:solidFill>
            </a:endParaRPr>
          </a:p>
          <a:p>
            <a:pPr marL="0" indent="-342900" fontAlgn="auto">
              <a:lnSpc>
                <a:spcPct val="150000"/>
              </a:lnSpc>
              <a:spcAft>
                <a:spcPts val="0"/>
              </a:spcAft>
              <a:buFont typeface="Arial" panose="020B0604020202020204" pitchFamily="34" charset="0"/>
              <a:buNone/>
              <a:defRPr/>
            </a:pPr>
            <a:r>
              <a:rPr lang="zh-CN" altLang="en-US" dirty="0" smtClean="0">
                <a:solidFill>
                  <a:schemeClr val="tx1"/>
                </a:solidFill>
              </a:rPr>
              <a:t>广义的工程概念认为，</a:t>
            </a:r>
            <a:r>
              <a:rPr lang="zh-CN" altLang="en-US" dirty="0" smtClean="0">
                <a:solidFill>
                  <a:srgbClr val="FF0000"/>
                </a:solidFill>
              </a:rPr>
              <a:t>工程是由一群人为达某种目的，在一个较长时间周期内进行协作活动的过程</a:t>
            </a:r>
            <a:r>
              <a:rPr lang="zh-CN" altLang="en-US" dirty="0" smtClean="0">
                <a:solidFill>
                  <a:schemeClr val="tx1">
                    <a:lumMod val="75000"/>
                    <a:lumOff val="25000"/>
                  </a:schemeClr>
                </a:solidFill>
              </a:rPr>
              <a:t>。（如“</a:t>
            </a:r>
            <a:r>
              <a:rPr lang="en-US" altLang="zh-CN" dirty="0">
                <a:solidFill>
                  <a:schemeClr val="tx1">
                    <a:lumMod val="75000"/>
                    <a:lumOff val="25000"/>
                  </a:schemeClr>
                </a:solidFill>
              </a:rPr>
              <a:t>985</a:t>
            </a:r>
            <a:r>
              <a:rPr lang="zh-CN" altLang="en-US" dirty="0" smtClean="0">
                <a:solidFill>
                  <a:schemeClr val="tx1">
                    <a:lumMod val="75000"/>
                    <a:lumOff val="25000"/>
                  </a:schemeClr>
                </a:solidFill>
              </a:rPr>
              <a:t>”</a:t>
            </a:r>
            <a:r>
              <a:rPr lang="en-US" altLang="zh-CN" dirty="0" smtClean="0">
                <a:solidFill>
                  <a:schemeClr val="tx1">
                    <a:lumMod val="75000"/>
                    <a:lumOff val="25000"/>
                  </a:schemeClr>
                </a:solidFill>
              </a:rPr>
              <a:t> </a:t>
            </a:r>
            <a:r>
              <a:rPr lang="zh-CN" altLang="en-US" dirty="0" smtClean="0">
                <a:solidFill>
                  <a:schemeClr val="tx1">
                    <a:lumMod val="75000"/>
                    <a:lumOff val="25000"/>
                  </a:schemeClr>
                </a:solidFill>
              </a:rPr>
              <a:t>工程、“希望”工程等）</a:t>
            </a:r>
            <a:endParaRPr lang="en-US" altLang="zh-CN" dirty="0" smtClean="0">
              <a:solidFill>
                <a:schemeClr val="tx1">
                  <a:lumMod val="75000"/>
                  <a:lumOff val="25000"/>
                </a:schemeClr>
              </a:solidFill>
            </a:endParaRPr>
          </a:p>
          <a:p>
            <a:pPr marL="0" indent="-342900" fontAlgn="auto">
              <a:lnSpc>
                <a:spcPct val="150000"/>
              </a:lnSpc>
              <a:spcAft>
                <a:spcPts val="0"/>
              </a:spcAft>
              <a:buFont typeface="Arial" panose="020B0604020202020204" pitchFamily="34" charset="0"/>
              <a:buNone/>
              <a:defRPr/>
            </a:pPr>
            <a:r>
              <a:rPr lang="zh-CN" altLang="en-US" dirty="0" smtClean="0">
                <a:solidFill>
                  <a:schemeClr val="tx1"/>
                </a:solidFill>
              </a:rPr>
              <a:t>狭义的工程概念则认为，</a:t>
            </a:r>
            <a:r>
              <a:rPr lang="zh-CN" altLang="en-US" dirty="0" smtClean="0">
                <a:solidFill>
                  <a:srgbClr val="FF0000"/>
                </a:solidFill>
              </a:rPr>
              <a:t>工程是以满足人类需求的目标为指向，应用各种相关的知识和技术手段，调动多种自然与社会资源，通过一群人的相互协作，将某些现有实体（自然的或人造的）汇聚并建造为具有预期使用价值的人造产品的过程。</a:t>
            </a:r>
            <a:endParaRPr lang="en-US" altLang="zh-CN" dirty="0" smtClean="0">
              <a:solidFill>
                <a:srgbClr val="FF0000"/>
              </a:solidFill>
            </a:endParaRPr>
          </a:p>
        </p:txBody>
      </p:sp>
    </p:spTree>
    <p:custDataLst>
      <p:tags r:id="rId5"/>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5603" name="标题 15"/>
          <p:cNvSpPr>
            <a:spLocks noGrp="1"/>
          </p:cNvSpPr>
          <p:nvPr>
            <p:ph type="title"/>
            <p:custDataLst>
              <p:tags r:id="rId3"/>
            </p:custDataLst>
          </p:nvPr>
        </p:nvSpPr>
        <p:spPr/>
        <p:txBody>
          <a:bodyPr/>
          <a:lstStyle/>
          <a:p>
            <a:r>
              <a:rPr lang="en-US" altLang="zh-CN" smtClean="0"/>
              <a:t>1.1  </a:t>
            </a:r>
            <a:r>
              <a:rPr lang="zh-CN" altLang="en-US" smtClean="0"/>
              <a:t>如何理解工程</a:t>
            </a:r>
            <a:endParaRPr lang="zh-CN" altLang="en-US" smtClean="0"/>
          </a:p>
        </p:txBody>
      </p:sp>
      <p:sp>
        <p:nvSpPr>
          <p:cNvPr id="25604" name="内容占位符 16"/>
          <p:cNvSpPr>
            <a:spLocks noGrp="1"/>
          </p:cNvSpPr>
          <p:nvPr>
            <p:ph idx="1"/>
            <p:custDataLst>
              <p:tags r:id="rId4"/>
            </p:custDataLst>
          </p:nvPr>
        </p:nvSpPr>
        <p:spPr>
          <a:xfrm>
            <a:off x="628650" y="1377950"/>
            <a:ext cx="7886700" cy="4673600"/>
          </a:xfrm>
        </p:spPr>
        <p:txBody>
          <a:bodyPr/>
          <a:lstStyle/>
          <a:p>
            <a:pPr marL="342900" indent="-342900">
              <a:lnSpc>
                <a:spcPct val="150000"/>
              </a:lnSpc>
            </a:pPr>
            <a:r>
              <a:rPr lang="zh-CN" altLang="en-US" b="1" smtClean="0">
                <a:solidFill>
                  <a:schemeClr val="tx1"/>
                </a:solidFill>
              </a:rPr>
              <a:t>工程的过程</a:t>
            </a:r>
            <a:endParaRPr lang="en-US" altLang="zh-CN" b="1" smtClean="0">
              <a:solidFill>
                <a:schemeClr val="tx1"/>
              </a:solidFill>
            </a:endParaRPr>
          </a:p>
        </p:txBody>
      </p:sp>
      <p:graphicFrame>
        <p:nvGraphicFramePr>
          <p:cNvPr id="11" name="图示 10"/>
          <p:cNvGraphicFramePr/>
          <p:nvPr/>
        </p:nvGraphicFramePr>
        <p:xfrm>
          <a:off x="395536" y="1772816"/>
          <a:ext cx="7344816"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0"/>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450850" y="1203325"/>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6627" name="标题 15"/>
          <p:cNvSpPr>
            <a:spLocks noGrp="1"/>
          </p:cNvSpPr>
          <p:nvPr>
            <p:ph type="title"/>
            <p:custDataLst>
              <p:tags r:id="rId3"/>
            </p:custDataLst>
          </p:nvPr>
        </p:nvSpPr>
        <p:spPr/>
        <p:txBody>
          <a:bodyPr/>
          <a:lstStyle/>
          <a:p>
            <a:r>
              <a:rPr lang="en-US" altLang="zh-CN" smtClean="0"/>
              <a:t>1.1  </a:t>
            </a:r>
            <a:r>
              <a:rPr lang="zh-CN" altLang="en-US" smtClean="0"/>
              <a:t>如何理解工程</a:t>
            </a:r>
            <a:endParaRPr lang="zh-CN" altLang="en-US" smtClean="0"/>
          </a:p>
        </p:txBody>
      </p:sp>
      <p:sp>
        <p:nvSpPr>
          <p:cNvPr id="17" name="内容占位符 16"/>
          <p:cNvSpPr>
            <a:spLocks noGrp="1"/>
          </p:cNvSpPr>
          <p:nvPr>
            <p:ph idx="1"/>
            <p:custDataLst>
              <p:tags r:id="rId4"/>
            </p:custDataLst>
          </p:nvPr>
        </p:nvSpPr>
        <p:spPr>
          <a:xfrm>
            <a:off x="628650" y="1268413"/>
            <a:ext cx="7886700" cy="5184775"/>
          </a:xfrm>
        </p:spPr>
        <p:txBody>
          <a:bodyPr rtlCol="0">
            <a:normAutofit fontScale="92500"/>
          </a:bodyPr>
          <a:lstStyle/>
          <a:p>
            <a:pPr marL="342900" indent="-342900" fontAlgn="auto">
              <a:lnSpc>
                <a:spcPct val="150000"/>
              </a:lnSpc>
              <a:spcAft>
                <a:spcPts val="0"/>
              </a:spcAft>
              <a:buFont typeface="Arial" panose="020B0604020202020204" pitchFamily="34" charset="0"/>
              <a:buChar char="•"/>
              <a:defRPr/>
            </a:pPr>
            <a:r>
              <a:rPr lang="zh-CN" altLang="en-US" b="1" dirty="0" smtClean="0">
                <a:solidFill>
                  <a:schemeClr val="tx1"/>
                </a:solidFill>
              </a:rPr>
              <a:t>作为社会实践的工程</a:t>
            </a:r>
            <a:endParaRPr lang="en-US" altLang="zh-CN" b="1" dirty="0" smtClean="0">
              <a:solidFill>
                <a:schemeClr val="tx1"/>
              </a:solidFill>
            </a:endParaRPr>
          </a:p>
          <a:p>
            <a:pPr marL="0" indent="-342900" fontAlgn="auto">
              <a:lnSpc>
                <a:spcPct val="150000"/>
              </a:lnSpc>
              <a:spcAft>
                <a:spcPts val="0"/>
              </a:spcAft>
              <a:buFont typeface="Arial" panose="020B0604020202020204" pitchFamily="34" charset="0"/>
              <a:buNone/>
              <a:defRPr/>
            </a:pPr>
            <a:r>
              <a:rPr lang="zh-CN" altLang="en-US" dirty="0" smtClean="0">
                <a:solidFill>
                  <a:schemeClr val="tx1"/>
                </a:solidFill>
              </a:rPr>
              <a:t>从两方面进行考量：一方面，工程活动本身具有社会性，它是工程共同体通过实践将工程设计和知识应用于自然的过程；另一方面，工程活动的目的是为了“好的生活”，其造福人类社会的目的具有社会性。</a:t>
            </a:r>
            <a:endParaRPr lang="en-US" altLang="zh-CN" dirty="0" smtClean="0">
              <a:solidFill>
                <a:schemeClr val="tx1"/>
              </a:solidFill>
            </a:endParaRPr>
          </a:p>
          <a:p>
            <a:pPr marL="0" indent="-342900" fontAlgn="auto">
              <a:lnSpc>
                <a:spcPct val="150000"/>
              </a:lnSpc>
              <a:spcAft>
                <a:spcPts val="0"/>
              </a:spcAft>
              <a:buFont typeface="Arial" panose="020B0604020202020204" pitchFamily="34" charset="0"/>
              <a:buNone/>
              <a:defRPr/>
            </a:pPr>
            <a:r>
              <a:rPr lang="zh-CN" altLang="en-US" dirty="0" smtClean="0">
                <a:solidFill>
                  <a:schemeClr val="tx1"/>
                </a:solidFill>
              </a:rPr>
              <a:t>首先，工程活动蕴含着有意识、有目的的设计。</a:t>
            </a:r>
            <a:endParaRPr lang="en-US" altLang="zh-CN" dirty="0" smtClean="0">
              <a:solidFill>
                <a:schemeClr val="tx1"/>
              </a:solidFill>
            </a:endParaRPr>
          </a:p>
          <a:p>
            <a:pPr marL="0" indent="-342900" fontAlgn="auto">
              <a:lnSpc>
                <a:spcPct val="150000"/>
              </a:lnSpc>
              <a:spcAft>
                <a:spcPts val="0"/>
              </a:spcAft>
              <a:buFont typeface="Arial" panose="020B0604020202020204" pitchFamily="34" charset="0"/>
              <a:buNone/>
              <a:defRPr/>
            </a:pPr>
            <a:r>
              <a:rPr lang="zh-CN" altLang="en-US" dirty="0" smtClean="0">
                <a:solidFill>
                  <a:schemeClr val="tx1"/>
                </a:solidFill>
              </a:rPr>
              <a:t>其次，工程设计和实施过程中人们的知识与技术总是不完备的。</a:t>
            </a:r>
            <a:endParaRPr lang="en-US" altLang="zh-CN" dirty="0" smtClean="0">
              <a:solidFill>
                <a:schemeClr val="tx1"/>
              </a:solidFill>
            </a:endParaRPr>
          </a:p>
          <a:p>
            <a:pPr marL="0" indent="-342900" fontAlgn="auto">
              <a:lnSpc>
                <a:spcPct val="150000"/>
              </a:lnSpc>
              <a:spcAft>
                <a:spcPts val="0"/>
              </a:spcAft>
              <a:buFont typeface="Arial" panose="020B0604020202020204" pitchFamily="34" charset="0"/>
              <a:buNone/>
              <a:defRPr/>
            </a:pPr>
            <a:r>
              <a:rPr lang="zh-CN" altLang="en-US" dirty="0" smtClean="0">
                <a:solidFill>
                  <a:schemeClr val="tx1"/>
                </a:solidFill>
              </a:rPr>
              <a:t>最后，工程实践的后果往往是超出预期的。</a:t>
            </a:r>
            <a:endParaRPr lang="en-US" altLang="zh-CN" dirty="0" smtClean="0">
              <a:solidFill>
                <a:schemeClr val="tx1"/>
              </a:solidFill>
            </a:endParaRPr>
          </a:p>
          <a:p>
            <a:pPr marL="0" indent="-342900" fontAlgn="auto">
              <a:lnSpc>
                <a:spcPct val="150000"/>
              </a:lnSpc>
              <a:spcAft>
                <a:spcPts val="0"/>
              </a:spcAft>
              <a:buFont typeface="Arial" panose="020B0604020202020204" pitchFamily="34" charset="0"/>
              <a:buNone/>
              <a:defRPr/>
            </a:pPr>
            <a:r>
              <a:rPr lang="zh-CN" altLang="en-US" dirty="0" smtClean="0">
                <a:solidFill>
                  <a:schemeClr val="tx1"/>
                </a:solidFill>
              </a:rPr>
              <a:t>因此，工程既具有社会性又具有探索性。</a:t>
            </a:r>
            <a:endParaRPr lang="en-US" altLang="zh-CN" dirty="0" smtClean="0">
              <a:solidFill>
                <a:schemeClr val="tx1"/>
              </a:solidFill>
            </a:endParaRPr>
          </a:p>
          <a:p>
            <a:pPr marL="342900" indent="-342900" fontAlgn="auto">
              <a:lnSpc>
                <a:spcPct val="150000"/>
              </a:lnSpc>
              <a:spcAft>
                <a:spcPts val="0"/>
              </a:spcAft>
              <a:buFont typeface="Arial" panose="020B0604020202020204" pitchFamily="34" charset="0"/>
              <a:buNone/>
              <a:defRPr/>
            </a:pPr>
            <a:endParaRPr lang="en-US" altLang="zh-CN" dirty="0" smtClean="0">
              <a:solidFill>
                <a:schemeClr val="tx1"/>
              </a:solidFill>
            </a:endParaRPr>
          </a:p>
        </p:txBody>
      </p:sp>
    </p:spTree>
    <p:custDataLst>
      <p:tags r:id="rId5"/>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 形 1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L 形 1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7651" name="标题 15"/>
          <p:cNvSpPr>
            <a:spLocks noGrp="1"/>
          </p:cNvSpPr>
          <p:nvPr>
            <p:ph type="title"/>
            <p:custDataLst>
              <p:tags r:id="rId3"/>
            </p:custDataLst>
          </p:nvPr>
        </p:nvSpPr>
        <p:spPr/>
        <p:txBody>
          <a:bodyPr/>
          <a:lstStyle/>
          <a:p>
            <a:r>
              <a:rPr lang="en-US" altLang="zh-CN" smtClean="0"/>
              <a:t>1.1  </a:t>
            </a:r>
            <a:r>
              <a:rPr lang="zh-CN" altLang="en-US" smtClean="0"/>
              <a:t>如何理解工程</a:t>
            </a:r>
            <a:endParaRPr lang="zh-CN" altLang="en-US" smtClean="0"/>
          </a:p>
        </p:txBody>
      </p:sp>
      <p:sp>
        <p:nvSpPr>
          <p:cNvPr id="17" name="内容占位符 16"/>
          <p:cNvSpPr>
            <a:spLocks noGrp="1"/>
          </p:cNvSpPr>
          <p:nvPr>
            <p:ph idx="1"/>
            <p:custDataLst>
              <p:tags r:id="rId4"/>
            </p:custDataLst>
          </p:nvPr>
        </p:nvSpPr>
        <p:spPr>
          <a:xfrm>
            <a:off x="395288" y="1052513"/>
            <a:ext cx="8748712" cy="5616575"/>
          </a:xfrm>
        </p:spPr>
        <p:txBody>
          <a:bodyPr rtlCol="0">
            <a:normAutofit fontScale="92500"/>
          </a:bodyPr>
          <a:lstStyle/>
          <a:p>
            <a:pPr marL="342900" indent="-342900" fontAlgn="auto">
              <a:lnSpc>
                <a:spcPct val="150000"/>
              </a:lnSpc>
              <a:spcAft>
                <a:spcPts val="0"/>
              </a:spcAft>
              <a:buFont typeface="Arial" panose="020B0604020202020204" pitchFamily="34" charset="0"/>
              <a:buChar char="•"/>
              <a:defRPr/>
            </a:pPr>
            <a:r>
              <a:rPr lang="zh-CN" altLang="en-US" sz="2000" b="1" dirty="0" smtClean="0">
                <a:solidFill>
                  <a:schemeClr val="tx1"/>
                </a:solidFill>
              </a:rPr>
              <a:t>理解工程活动的几个维度</a:t>
            </a:r>
            <a:endParaRPr lang="en-US" altLang="zh-CN" sz="2000" b="1"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1.</a:t>
            </a:r>
            <a:r>
              <a:rPr lang="zh-CN" altLang="en-US" sz="2000" dirty="0" smtClean="0">
                <a:solidFill>
                  <a:schemeClr val="tx1"/>
                </a:solidFill>
              </a:rPr>
              <a:t>哲学的维度：主要涉及到工程的本质、工程的价值、工程师及其相关人员       </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                         </a:t>
            </a:r>
            <a:r>
              <a:rPr lang="zh-CN" altLang="en-US" sz="2000" dirty="0" smtClean="0">
                <a:solidFill>
                  <a:schemeClr val="tx1"/>
                </a:solidFill>
              </a:rPr>
              <a:t>的责任等问题的反思。    </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2.</a:t>
            </a:r>
            <a:r>
              <a:rPr lang="zh-CN" altLang="en-US" sz="2000" dirty="0" smtClean="0">
                <a:solidFill>
                  <a:schemeClr val="tx1"/>
                </a:solidFill>
              </a:rPr>
              <a:t>技术的维度：工程并不只是简单地应用技术，而是要创造性地把各种先进</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                         </a:t>
            </a:r>
            <a:r>
              <a:rPr lang="zh-CN" altLang="en-US" sz="2000" dirty="0" smtClean="0">
                <a:solidFill>
                  <a:schemeClr val="tx1"/>
                </a:solidFill>
              </a:rPr>
              <a:t>的技术“集成”起来</a:t>
            </a:r>
            <a:r>
              <a:rPr lang="zh-CN" altLang="en-US" sz="2000" dirty="0">
                <a:solidFill>
                  <a:schemeClr val="tx1"/>
                </a:solidFill>
              </a:rPr>
              <a:t>，共同建造新</a:t>
            </a:r>
            <a:r>
              <a:rPr lang="zh-CN" altLang="en-US" sz="2000" dirty="0" smtClean="0">
                <a:solidFill>
                  <a:schemeClr val="tx1"/>
                </a:solidFill>
              </a:rPr>
              <a:t>的人工物。</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3.</a:t>
            </a:r>
            <a:r>
              <a:rPr lang="zh-CN" altLang="en-US" sz="2000" dirty="0" smtClean="0">
                <a:solidFill>
                  <a:schemeClr val="tx1"/>
                </a:solidFill>
              </a:rPr>
              <a:t>经济的维度：经济视角的考量主要包括工程的经济价值和工程经济性两方面。</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4.</a:t>
            </a:r>
            <a:r>
              <a:rPr lang="zh-CN" altLang="en-US" sz="2000" dirty="0" smtClean="0">
                <a:solidFill>
                  <a:schemeClr val="tx1"/>
                </a:solidFill>
              </a:rPr>
              <a:t>管理的维度：在实践、理论和方法中实现高效协同。</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5.</a:t>
            </a:r>
            <a:r>
              <a:rPr lang="zh-CN" altLang="en-US" sz="2000" dirty="0" smtClean="0">
                <a:solidFill>
                  <a:schemeClr val="tx1"/>
                </a:solidFill>
              </a:rPr>
              <a:t>社会的维度：协调工程共同体的关系，处理不同社会群体间的利益关系。</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6.</a:t>
            </a:r>
            <a:r>
              <a:rPr lang="zh-CN" altLang="en-US" sz="2000" dirty="0" smtClean="0">
                <a:solidFill>
                  <a:schemeClr val="tx1"/>
                </a:solidFill>
              </a:rPr>
              <a:t>生态的维度：</a:t>
            </a:r>
            <a:r>
              <a:rPr lang="zh-CN" altLang="en-US" sz="2000" dirty="0">
                <a:solidFill>
                  <a:schemeClr val="tx1"/>
                </a:solidFill>
              </a:rPr>
              <a:t>避免</a:t>
            </a:r>
            <a:r>
              <a:rPr lang="zh-CN" altLang="en-US" sz="2000" dirty="0" smtClean="0">
                <a:solidFill>
                  <a:schemeClr val="tx1"/>
                </a:solidFill>
              </a:rPr>
              <a:t>对生态环境的破坏。</a:t>
            </a:r>
            <a:endParaRPr lang="en-US" altLang="zh-CN" sz="2000" dirty="0" smtClean="0">
              <a:solidFill>
                <a:schemeClr val="tx1"/>
              </a:solidFill>
            </a:endParaRPr>
          </a:p>
          <a:p>
            <a:pPr marL="0" indent="0" algn="l" fontAlgn="auto">
              <a:lnSpc>
                <a:spcPct val="150000"/>
              </a:lnSpc>
              <a:spcAft>
                <a:spcPts val="0"/>
              </a:spcAft>
              <a:buFont typeface="Arial" panose="020B0604020202020204" pitchFamily="34" charset="0"/>
              <a:buNone/>
              <a:defRPr/>
            </a:pPr>
            <a:r>
              <a:rPr lang="en-US" altLang="zh-CN" sz="2000" dirty="0" smtClean="0">
                <a:solidFill>
                  <a:schemeClr val="tx1"/>
                </a:solidFill>
              </a:rPr>
              <a:t>7.</a:t>
            </a:r>
            <a:r>
              <a:rPr lang="zh-CN" altLang="en-US" sz="2000" dirty="0" smtClean="0">
                <a:solidFill>
                  <a:schemeClr val="tx1"/>
                </a:solidFill>
              </a:rPr>
              <a:t>伦理的维度：如何“正当地行事”。</a:t>
            </a:r>
            <a:endParaRPr lang="en-US" altLang="zh-CN" sz="2000" dirty="0" smtClean="0">
              <a:solidFill>
                <a:schemeClr val="tx1"/>
              </a:solidFill>
            </a:endParaRPr>
          </a:p>
        </p:txBody>
      </p:sp>
    </p:spTree>
    <p:custDataLst>
      <p:tags r:id="rId5"/>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377950"/>
            <a:ext cx="7886700" cy="4673600"/>
          </a:xfrm>
        </p:spPr>
        <p:txBody>
          <a:bodyPr rtlCol="0">
            <a:normAutofit/>
          </a:bodyPr>
          <a:lstStyle/>
          <a:p>
            <a:pPr fontAlgn="auto">
              <a:spcAft>
                <a:spcPts val="0"/>
              </a:spcAft>
              <a:buFont typeface="Arial" panose="020B0604020202020204" pitchFamily="34" charset="0"/>
              <a:buChar char="•"/>
              <a:defRPr/>
            </a:pPr>
            <a:r>
              <a:rPr lang="zh-CN" altLang="en-US" b="1" dirty="0" smtClean="0">
                <a:solidFill>
                  <a:schemeClr val="tx1"/>
                </a:solidFill>
              </a:rPr>
              <a:t>道德与伦理</a:t>
            </a:r>
            <a:endParaRPr lang="en-US" altLang="zh-CN" b="1" dirty="0" smtClean="0">
              <a:solidFill>
                <a:schemeClr val="tx1"/>
              </a:solidFill>
            </a:endParaRPr>
          </a:p>
          <a:p>
            <a:pPr marL="0" fontAlgn="auto">
              <a:spcAft>
                <a:spcPts val="0"/>
              </a:spcAft>
              <a:buFont typeface="Arial" panose="020B0604020202020204" pitchFamily="34" charset="0"/>
              <a:buNone/>
              <a:defRPr/>
            </a:pPr>
            <a:r>
              <a:rPr lang="zh-CN" altLang="en-US" dirty="0" smtClean="0">
                <a:solidFill>
                  <a:srgbClr val="FF0000"/>
                </a:solidFill>
              </a:rPr>
              <a:t>        道德</a:t>
            </a:r>
            <a:r>
              <a:rPr lang="zh-CN" altLang="en-US" dirty="0" smtClean="0">
                <a:solidFill>
                  <a:schemeClr val="tx1"/>
                </a:solidFill>
              </a:rPr>
              <a:t>是个体性、主体性的，侧重个体的意识、行为与准则、法则的关系。</a:t>
            </a:r>
            <a:r>
              <a:rPr lang="zh-CN" altLang="en-US" dirty="0" smtClean="0">
                <a:solidFill>
                  <a:srgbClr val="FF0000"/>
                </a:solidFill>
              </a:rPr>
              <a:t>伦理</a:t>
            </a:r>
            <a:r>
              <a:rPr lang="zh-CN" altLang="en-US" dirty="0" smtClean="0">
                <a:solidFill>
                  <a:schemeClr val="tx1"/>
                </a:solidFill>
              </a:rPr>
              <a:t>则是社会性和客观性的，侧重社会“共同体”中人和人的关系，尤其是个体与社会整体的关系。</a:t>
            </a:r>
            <a:endParaRPr lang="en-US" altLang="zh-CN" dirty="0" smtClean="0">
              <a:solidFill>
                <a:schemeClr val="tx1"/>
              </a:solidFill>
            </a:endParaRPr>
          </a:p>
          <a:p>
            <a:pPr marL="0" fontAlgn="auto">
              <a:spcAft>
                <a:spcPts val="0"/>
              </a:spcAft>
              <a:buFont typeface="Arial" panose="020B0604020202020204" pitchFamily="34" charset="0"/>
              <a:buNone/>
              <a:defRPr/>
            </a:pPr>
            <a:r>
              <a:rPr lang="zh-CN" altLang="en-US" dirty="0" smtClean="0">
                <a:solidFill>
                  <a:schemeClr val="tx1"/>
                </a:solidFill>
              </a:rPr>
              <a:t>        在中国文化中，“伦理”的“伦”指“类”或“辈”，引申为人与人、人与社会、人与自然之间的关系。</a:t>
            </a:r>
            <a:r>
              <a:rPr lang="zh-CN" altLang="en-US" dirty="0">
                <a:solidFill>
                  <a:schemeClr val="tx1"/>
                </a:solidFill>
              </a:rPr>
              <a:t>“理”，指“条理”或</a:t>
            </a:r>
            <a:r>
              <a:rPr lang="zh-CN" altLang="en-US" dirty="0" smtClean="0">
                <a:solidFill>
                  <a:schemeClr val="tx1"/>
                </a:solidFill>
              </a:rPr>
              <a:t>“次序”，即道理、规则。“伦理”就是处理人与人、人与自然的相互关系应遵循的</a:t>
            </a:r>
            <a:r>
              <a:rPr lang="zh-CN" altLang="en-US" dirty="0">
                <a:solidFill>
                  <a:schemeClr val="tx1"/>
                </a:solidFill>
              </a:rPr>
              <a:t>基本原则</a:t>
            </a:r>
            <a:r>
              <a:rPr lang="zh-CN" altLang="en-US" dirty="0" smtClean="0">
                <a:solidFill>
                  <a:schemeClr val="tx1"/>
                </a:solidFill>
              </a:rPr>
              <a:t>。</a:t>
            </a:r>
            <a:endParaRPr lang="zh-CN" altLang="en-US" dirty="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a:bodyPr>
          <a:lstStyle/>
          <a:p>
            <a:pPr fontAlgn="auto">
              <a:spcAft>
                <a:spcPts val="0"/>
              </a:spcAft>
              <a:buFont typeface="Arial" panose="020B0604020202020204" pitchFamily="34" charset="0"/>
              <a:buChar char="•"/>
              <a:defRPr/>
            </a:pPr>
            <a:r>
              <a:rPr lang="zh-CN" altLang="en-US" b="1" dirty="0" smtClean="0">
                <a:solidFill>
                  <a:schemeClr val="tx1"/>
                </a:solidFill>
              </a:rPr>
              <a:t>道德与伦理</a:t>
            </a:r>
            <a:endParaRPr lang="en-US" altLang="zh-CN" b="1" dirty="0" smtClean="0">
              <a:solidFill>
                <a:schemeClr val="tx1"/>
              </a:solidFill>
            </a:endParaRPr>
          </a:p>
          <a:p>
            <a:pPr marL="0" fontAlgn="auto">
              <a:lnSpc>
                <a:spcPts val="4200"/>
              </a:lnSpc>
              <a:spcAft>
                <a:spcPts val="0"/>
              </a:spcAft>
              <a:buFont typeface="Arial" panose="020B0604020202020204" pitchFamily="34" charset="0"/>
              <a:buNone/>
              <a:defRPr/>
            </a:pPr>
            <a:r>
              <a:rPr lang="zh-CN" altLang="en-US" dirty="0" smtClean="0">
                <a:solidFill>
                  <a:srgbClr val="FF0000"/>
                </a:solidFill>
              </a:rPr>
              <a:t>      </a:t>
            </a:r>
            <a:r>
              <a:rPr lang="zh-CN" altLang="en-US" dirty="0" smtClean="0">
                <a:solidFill>
                  <a:schemeClr val="tx1"/>
                </a:solidFill>
              </a:rPr>
              <a:t>“道德”的“</a:t>
            </a:r>
            <a:r>
              <a:rPr lang="zh-CN" altLang="en-US" dirty="0" smtClean="0">
                <a:solidFill>
                  <a:srgbClr val="FF0000"/>
                </a:solidFill>
              </a:rPr>
              <a:t>道</a:t>
            </a:r>
            <a:r>
              <a:rPr lang="zh-CN" altLang="en-US" dirty="0" smtClean="0">
                <a:solidFill>
                  <a:schemeClr val="tx1"/>
                </a:solidFill>
              </a:rPr>
              <a:t>”可引申为自然的力量及其生成、变化的规则与轨道，“</a:t>
            </a:r>
            <a:r>
              <a:rPr lang="zh-CN" altLang="en-US" dirty="0" smtClean="0">
                <a:solidFill>
                  <a:srgbClr val="FF0000"/>
                </a:solidFill>
              </a:rPr>
              <a:t>德</a:t>
            </a:r>
            <a:r>
              <a:rPr lang="zh-CN" altLang="en-US" dirty="0" smtClean="0">
                <a:solidFill>
                  <a:schemeClr val="tx1"/>
                </a:solidFill>
              </a:rPr>
              <a:t>”则意味着遵循这种规则对自然的力量善加利用，唯此方可更好地在自然之中生存与发展。</a:t>
            </a:r>
            <a:endParaRPr lang="en-US" altLang="zh-CN" dirty="0" smtClean="0">
              <a:solidFill>
                <a:schemeClr val="tx1"/>
              </a:solidFill>
            </a:endParaRPr>
          </a:p>
          <a:p>
            <a:pPr marL="0" fontAlgn="auto">
              <a:lnSpc>
                <a:spcPts val="4200"/>
              </a:lnSpc>
              <a:spcAft>
                <a:spcPts val="0"/>
              </a:spcAft>
              <a:buFont typeface="Arial" panose="020B0604020202020204" pitchFamily="34" charset="0"/>
              <a:buNone/>
              <a:defRPr/>
            </a:pPr>
            <a:r>
              <a:rPr lang="en-US" altLang="zh-CN" dirty="0" smtClean="0">
                <a:solidFill>
                  <a:schemeClr val="tx1"/>
                </a:solidFill>
              </a:rPr>
              <a:t>        </a:t>
            </a:r>
            <a:r>
              <a:rPr lang="zh-CN" altLang="en-US" dirty="0" smtClean="0">
                <a:solidFill>
                  <a:schemeClr val="tx1"/>
                </a:solidFill>
              </a:rPr>
              <a:t>道德与伦理的区别在于，“道德”更突出个人因为遵循规则而具有“</a:t>
            </a:r>
            <a:r>
              <a:rPr lang="zh-CN" altLang="en-US" dirty="0" smtClean="0">
                <a:solidFill>
                  <a:srgbClr val="FF0000"/>
                </a:solidFill>
              </a:rPr>
              <a:t>德性</a:t>
            </a:r>
            <a:r>
              <a:rPr lang="zh-CN" altLang="en-US" dirty="0" smtClean="0">
                <a:solidFill>
                  <a:schemeClr val="tx1"/>
                </a:solidFill>
              </a:rPr>
              <a:t>”，“伦理”则突出依照原则来处理人与人、人与社会、人与自然之间的</a:t>
            </a:r>
            <a:r>
              <a:rPr lang="zh-CN" altLang="en-US" dirty="0" smtClean="0">
                <a:solidFill>
                  <a:srgbClr val="FF0000"/>
                </a:solidFill>
              </a:rPr>
              <a:t>关系</a:t>
            </a:r>
            <a:r>
              <a:rPr lang="zh-CN" altLang="en-US" dirty="0" smtClean="0">
                <a:solidFill>
                  <a:schemeClr val="tx1"/>
                </a:solidFill>
              </a:rPr>
              <a:t>。共同之处在于都强调值得倡导和遵循的行为方式，都以</a:t>
            </a:r>
            <a:r>
              <a:rPr lang="zh-CN" altLang="en-US" dirty="0" smtClean="0">
                <a:solidFill>
                  <a:srgbClr val="FF0000"/>
                </a:solidFill>
              </a:rPr>
              <a:t>善</a:t>
            </a:r>
            <a:r>
              <a:rPr lang="zh-CN" altLang="en-US" dirty="0" smtClean="0">
                <a:solidFill>
                  <a:schemeClr val="tx1"/>
                </a:solidFill>
              </a:rPr>
              <a:t>为追求的目标。</a:t>
            </a:r>
            <a:endParaRPr lang="zh-CN" altLang="en-US" dirty="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a:bodyPr>
          <a:lstStyle/>
          <a:p>
            <a:pPr fontAlgn="auto">
              <a:spcAft>
                <a:spcPts val="0"/>
              </a:spcAft>
              <a:buFont typeface="Arial" panose="020B0604020202020204" pitchFamily="34" charset="0"/>
              <a:buChar char="•"/>
              <a:defRPr/>
            </a:pPr>
            <a:r>
              <a:rPr lang="zh-CN" altLang="en-US" b="1" dirty="0" smtClean="0">
                <a:solidFill>
                  <a:schemeClr val="tx1"/>
                </a:solidFill>
              </a:rPr>
              <a:t>道德与伦理</a:t>
            </a:r>
            <a:endParaRPr lang="en-US" altLang="zh-CN" b="1" dirty="0" smtClean="0">
              <a:solidFill>
                <a:schemeClr val="tx1"/>
              </a:solidFill>
            </a:endParaRPr>
          </a:p>
          <a:p>
            <a:pPr marL="0" fontAlgn="auto">
              <a:lnSpc>
                <a:spcPts val="4200"/>
              </a:lnSpc>
              <a:spcAft>
                <a:spcPts val="0"/>
              </a:spcAft>
              <a:buFont typeface="Arial" panose="020B0604020202020204" pitchFamily="34" charset="0"/>
              <a:buNone/>
              <a:defRPr/>
            </a:pPr>
            <a:r>
              <a:rPr lang="zh-CN" altLang="en-US" dirty="0" smtClean="0">
                <a:solidFill>
                  <a:srgbClr val="FF0000"/>
                </a:solidFill>
              </a:rPr>
              <a:t>伦理规范（原则）</a:t>
            </a:r>
            <a:r>
              <a:rPr lang="zh-CN" altLang="en-US" dirty="0" smtClean="0">
                <a:solidFill>
                  <a:schemeClr val="tx1"/>
                </a:solidFill>
              </a:rPr>
              <a:t>“反映着人们之间、以及个人同个人所属的共同体之间的相互关系的要求，并通过在一定情况下确定行为的选择界限和责任来实现”，它既是行为的指导，又是行为的禁例，规定着什么是“应当”做的，什么是“不应当”做的。</a:t>
            </a:r>
            <a:endParaRPr lang="en-US" altLang="zh-CN" dirty="0" smtClean="0">
              <a:solidFill>
                <a:schemeClr val="tx1"/>
              </a:solidFill>
            </a:endParaRPr>
          </a:p>
          <a:p>
            <a:pPr marL="0" fontAlgn="auto">
              <a:lnSpc>
                <a:spcPts val="4200"/>
              </a:lnSpc>
              <a:spcAft>
                <a:spcPts val="0"/>
              </a:spcAft>
              <a:buFont typeface="Arial" panose="020B0604020202020204" pitchFamily="34" charset="0"/>
              <a:buNone/>
              <a:defRPr/>
            </a:pPr>
            <a:r>
              <a:rPr lang="zh-CN" altLang="en-US" dirty="0" smtClean="0">
                <a:solidFill>
                  <a:schemeClr val="tx1"/>
                </a:solidFill>
              </a:rPr>
              <a:t>分为：制度性的伦理规范</a:t>
            </a:r>
            <a:endParaRPr lang="en-US" altLang="zh-CN" dirty="0" smtClean="0">
              <a:solidFill>
                <a:schemeClr val="tx1"/>
              </a:solidFill>
            </a:endParaRPr>
          </a:p>
          <a:p>
            <a:pPr marL="0" fontAlgn="auto">
              <a:lnSpc>
                <a:spcPts val="4200"/>
              </a:lnSpc>
              <a:spcAft>
                <a:spcPts val="0"/>
              </a:spcAft>
              <a:buFont typeface="Arial" panose="020B0604020202020204" pitchFamily="34" charset="0"/>
              <a:buNone/>
              <a:defRPr/>
            </a:pPr>
            <a:r>
              <a:rPr lang="en-US" altLang="zh-CN" dirty="0" smtClean="0">
                <a:solidFill>
                  <a:schemeClr val="tx1"/>
                </a:solidFill>
              </a:rPr>
              <a:t>           </a:t>
            </a:r>
            <a:r>
              <a:rPr lang="zh-CN" altLang="en-US" dirty="0" smtClean="0">
                <a:solidFill>
                  <a:schemeClr val="tx1"/>
                </a:solidFill>
              </a:rPr>
              <a:t>描述性的伦理规范</a:t>
            </a:r>
            <a:endParaRPr lang="zh-CN" altLang="en-US" dirty="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fontScale="85000" lnSpcReduction="10000"/>
          </a:bodyPr>
          <a:lstStyle/>
          <a:p>
            <a:pPr fontAlgn="auto">
              <a:spcAft>
                <a:spcPts val="0"/>
              </a:spcAft>
              <a:buFont typeface="Arial" panose="020B0604020202020204" pitchFamily="34" charset="0"/>
              <a:buChar char="•"/>
              <a:defRPr/>
            </a:pPr>
            <a:r>
              <a:rPr lang="zh-CN" altLang="en-US" b="1" dirty="0" smtClean="0">
                <a:solidFill>
                  <a:schemeClr val="tx1"/>
                </a:solidFill>
              </a:rPr>
              <a:t>不同的伦理立场</a:t>
            </a:r>
            <a:endParaRPr lang="en-US" altLang="zh-CN" b="1" dirty="0" smtClean="0">
              <a:solidFill>
                <a:schemeClr val="tx1"/>
              </a:solidFill>
            </a:endParaRPr>
          </a:p>
          <a:p>
            <a:pPr marL="0" fontAlgn="auto">
              <a:lnSpc>
                <a:spcPts val="4200"/>
              </a:lnSpc>
              <a:spcAft>
                <a:spcPts val="0"/>
              </a:spcAft>
              <a:buFont typeface="Arial" panose="020B0604020202020204" pitchFamily="34" charset="0"/>
              <a:buNone/>
              <a:defRPr/>
            </a:pPr>
            <a:r>
              <a:rPr lang="en-US" altLang="zh-CN" dirty="0" smtClean="0">
                <a:solidFill>
                  <a:schemeClr val="tx1"/>
                </a:solidFill>
              </a:rPr>
              <a:t>1.</a:t>
            </a:r>
            <a:r>
              <a:rPr lang="zh-CN" altLang="en-US" dirty="0" smtClean="0">
                <a:solidFill>
                  <a:srgbClr val="FF0000"/>
                </a:solidFill>
              </a:rPr>
              <a:t>功利论（功利主义伦理学，是对中世纪禁欲主义的批判）</a:t>
            </a:r>
            <a:endParaRPr lang="en-US" altLang="zh-CN" dirty="0" smtClean="0">
              <a:solidFill>
                <a:srgbClr val="FF0000"/>
              </a:solidFill>
            </a:endParaRPr>
          </a:p>
          <a:p>
            <a:pPr marL="0" fontAlgn="auto">
              <a:lnSpc>
                <a:spcPts val="4200"/>
              </a:lnSpc>
              <a:spcAft>
                <a:spcPts val="0"/>
              </a:spcAft>
              <a:buFont typeface="Arial" panose="020B0604020202020204" pitchFamily="34" charset="0"/>
              <a:buNone/>
              <a:defRPr/>
            </a:pPr>
            <a:r>
              <a:rPr lang="zh-CN" altLang="en-US" dirty="0" smtClean="0">
                <a:solidFill>
                  <a:schemeClr val="tx1"/>
                </a:solidFill>
              </a:rPr>
              <a:t>功利主义者认为，一种行为如有助于增进幸福，则为正确的；如果导致了与幸福相反的东西，则为错误的。同时他们强调幸福不仅涉及行为的当事人，也涉及受该行为影响的每一个人。最好的结果就是达到“最大的善”，只有当一个行为能够最大化的善时，它才是道德上正确的。功利论聚焦于行为的后果，以行为的后果来判断行为是否是善的。功利论也被称为后果论或效益论，其本质的特点是它对后果主义的承诺和它对效用原则的采用。</a:t>
            </a:r>
            <a:endParaRPr lang="zh-CN" altLang="en-US" dirty="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a:bodyPr>
          <a:lstStyle/>
          <a:p>
            <a:pPr fontAlgn="auto">
              <a:spcAft>
                <a:spcPts val="0"/>
              </a:spcAft>
              <a:buFont typeface="Arial" panose="020B0604020202020204" pitchFamily="34" charset="0"/>
              <a:buChar char="•"/>
              <a:defRPr/>
            </a:pPr>
            <a:r>
              <a:rPr lang="zh-CN" altLang="en-US" b="1" dirty="0" smtClean="0">
                <a:solidFill>
                  <a:schemeClr val="tx1"/>
                </a:solidFill>
              </a:rPr>
              <a:t>不同的伦理立场</a:t>
            </a:r>
            <a:endParaRPr lang="en-US" altLang="zh-CN" b="1" dirty="0" smtClean="0">
              <a:solidFill>
                <a:schemeClr val="tx1"/>
              </a:solidFill>
            </a:endParaRPr>
          </a:p>
          <a:p>
            <a:pPr marL="0" fontAlgn="auto">
              <a:lnSpc>
                <a:spcPts val="4200"/>
              </a:lnSpc>
              <a:spcAft>
                <a:spcPts val="0"/>
              </a:spcAft>
              <a:buFont typeface="Arial" panose="020B0604020202020204" pitchFamily="34" charset="0"/>
              <a:buNone/>
              <a:defRPr/>
            </a:pPr>
            <a:r>
              <a:rPr lang="en-US" altLang="zh-CN" dirty="0" smtClean="0">
                <a:solidFill>
                  <a:schemeClr val="tx1"/>
                </a:solidFill>
              </a:rPr>
              <a:t>2.</a:t>
            </a:r>
            <a:r>
              <a:rPr lang="zh-CN" altLang="en-US" dirty="0" smtClean="0">
                <a:solidFill>
                  <a:srgbClr val="FF0000"/>
                </a:solidFill>
              </a:rPr>
              <a:t>义务论（强调心中的道德法则，或者说道德律令）</a:t>
            </a:r>
            <a:endParaRPr lang="en-US" altLang="zh-CN" dirty="0" smtClean="0">
              <a:solidFill>
                <a:srgbClr val="FF0000"/>
              </a:solidFill>
            </a:endParaRPr>
          </a:p>
          <a:p>
            <a:pPr marL="0" fontAlgn="auto">
              <a:lnSpc>
                <a:spcPts val="4200"/>
              </a:lnSpc>
              <a:spcAft>
                <a:spcPts val="0"/>
              </a:spcAft>
              <a:buFont typeface="Arial" panose="020B0604020202020204" pitchFamily="34" charset="0"/>
              <a:buNone/>
              <a:defRPr/>
            </a:pPr>
            <a:r>
              <a:rPr lang="zh-CN" altLang="en-US" dirty="0" smtClean="0">
                <a:solidFill>
                  <a:schemeClr val="tx1"/>
                </a:solidFill>
              </a:rPr>
              <a:t>功利论者关注的重点是行为的后果而非动机。与此不同，义务论者更关注人们行为的动机，强调行为的出发点要遵循道德的规范，体现人的义务和责任。总体上看，义务论反对把“人”作为获得功利目的的工具或手段，强调“人”本身应该是目的。</a:t>
            </a:r>
            <a:endParaRPr lang="en-US" altLang="zh-CN" dirty="0" smtClean="0">
              <a:solidFill>
                <a:schemeClr val="tx1"/>
              </a:solidFill>
            </a:endParaRPr>
          </a:p>
          <a:p>
            <a:pPr marL="0" fontAlgn="auto">
              <a:lnSpc>
                <a:spcPts val="4200"/>
              </a:lnSpc>
              <a:spcAft>
                <a:spcPts val="0"/>
              </a:spcAft>
              <a:buFont typeface="Arial" panose="020B0604020202020204" pitchFamily="34" charset="0"/>
              <a:buNone/>
              <a:defRPr/>
            </a:pPr>
            <a:r>
              <a:rPr lang="zh-CN" altLang="en-US" dirty="0" smtClean="0">
                <a:solidFill>
                  <a:schemeClr val="tx1"/>
                </a:solidFill>
              </a:rPr>
              <a:t>康德是理性主义义务论的主要代表。</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a:bodyPr>
          <a:lstStyle/>
          <a:p>
            <a:pPr fontAlgn="auto">
              <a:spcAft>
                <a:spcPts val="0"/>
              </a:spcAft>
              <a:buFont typeface="Arial" panose="020B0604020202020204" pitchFamily="34" charset="0"/>
              <a:buChar char="•"/>
              <a:defRPr/>
            </a:pPr>
            <a:r>
              <a:rPr lang="zh-CN" altLang="en-US" b="1" dirty="0" smtClean="0">
                <a:solidFill>
                  <a:schemeClr val="tx1"/>
                </a:solidFill>
              </a:rPr>
              <a:t>不同的伦理立场</a:t>
            </a:r>
            <a:endParaRPr lang="en-US" altLang="zh-CN" b="1" dirty="0" smtClean="0">
              <a:solidFill>
                <a:schemeClr val="tx1"/>
              </a:solidFill>
            </a:endParaRPr>
          </a:p>
          <a:p>
            <a:pPr marL="0" fontAlgn="auto">
              <a:lnSpc>
                <a:spcPts val="4200"/>
              </a:lnSpc>
              <a:spcAft>
                <a:spcPts val="0"/>
              </a:spcAft>
              <a:buFont typeface="Arial" panose="020B0604020202020204" pitchFamily="34" charset="0"/>
              <a:buNone/>
              <a:defRPr/>
            </a:pPr>
            <a:r>
              <a:rPr lang="en-US" altLang="zh-CN" dirty="0" smtClean="0">
                <a:solidFill>
                  <a:schemeClr val="tx1"/>
                </a:solidFill>
              </a:rPr>
              <a:t>3.</a:t>
            </a:r>
            <a:r>
              <a:rPr lang="zh-CN" altLang="en-US" dirty="0" smtClean="0">
                <a:solidFill>
                  <a:srgbClr val="FF0000"/>
                </a:solidFill>
              </a:rPr>
              <a:t>契约论（国家和法律是预定的产物，市场经济的需要）</a:t>
            </a:r>
            <a:endParaRPr lang="en-US" altLang="zh-CN" dirty="0" smtClean="0">
              <a:solidFill>
                <a:srgbClr val="FF0000"/>
              </a:solidFill>
            </a:endParaRPr>
          </a:p>
          <a:p>
            <a:pPr marL="0" fontAlgn="auto">
              <a:lnSpc>
                <a:spcPts val="4200"/>
              </a:lnSpc>
              <a:spcAft>
                <a:spcPts val="0"/>
              </a:spcAft>
              <a:buFont typeface="Arial" panose="020B0604020202020204" pitchFamily="34" charset="0"/>
              <a:buNone/>
              <a:defRPr/>
            </a:pPr>
            <a:r>
              <a:rPr lang="zh-CN" altLang="en-US" dirty="0" smtClean="0">
                <a:solidFill>
                  <a:schemeClr val="tx1"/>
                </a:solidFill>
              </a:rPr>
              <a:t>罗尔斯主张“契约”或“原始协议”不是为了参加一种特定的社会活动，或为了创立一种特殊的统治形式而订立的，订约的目的是为了确立一种指导社会基本结构设计的根本道德原则，即正义。他提出了正义伦理学的两个基本原则：①个人自由和人人平等的“自由原则”。</a:t>
            </a:r>
            <a:endParaRPr lang="en-US" altLang="zh-CN" dirty="0" smtClean="0">
              <a:solidFill>
                <a:schemeClr val="tx1"/>
              </a:solidFill>
            </a:endParaRPr>
          </a:p>
          <a:p>
            <a:pPr marL="0" fontAlgn="auto">
              <a:lnSpc>
                <a:spcPts val="4200"/>
              </a:lnSpc>
              <a:spcAft>
                <a:spcPts val="0"/>
              </a:spcAft>
              <a:buFont typeface="Arial" panose="020B0604020202020204" pitchFamily="34" charset="0"/>
              <a:buNone/>
              <a:defRPr/>
            </a:pPr>
            <a:r>
              <a:rPr lang="zh-CN" altLang="en-US" dirty="0" smtClean="0">
                <a:solidFill>
                  <a:schemeClr val="tx1"/>
                </a:solidFill>
              </a:rPr>
              <a:t>②机会均等和惠顾最少数不利者的“差异原则”。</a:t>
            </a:r>
            <a:endParaRPr lang="en-US" altLang="zh-CN" dirty="0" smtClean="0">
              <a:solidFill>
                <a:schemeClr val="tx1"/>
              </a:solidFill>
            </a:endParaRPr>
          </a:p>
          <a:p>
            <a:pPr marL="0" fontAlgn="auto">
              <a:lnSpc>
                <a:spcPts val="4200"/>
              </a:lnSpc>
              <a:spcAft>
                <a:spcPts val="0"/>
              </a:spcAft>
              <a:buFont typeface="Arial" panose="020B0604020202020204" pitchFamily="34" charset="0"/>
              <a:buNone/>
              <a:defRPr/>
            </a:pPr>
            <a:endParaRPr lang="en-US" altLang="zh-CN" dirty="0" smtClean="0">
              <a:solidFill>
                <a:srgbClr val="FF0000"/>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a:bodyPr>
          <a:lstStyle/>
          <a:p>
            <a:pPr fontAlgn="auto">
              <a:spcAft>
                <a:spcPts val="0"/>
              </a:spcAft>
              <a:buFont typeface="Arial" panose="020B0604020202020204" pitchFamily="34" charset="0"/>
              <a:buChar char="•"/>
              <a:defRPr/>
            </a:pPr>
            <a:r>
              <a:rPr lang="zh-CN" altLang="en-US" b="1" dirty="0" smtClean="0">
                <a:solidFill>
                  <a:schemeClr val="tx1"/>
                </a:solidFill>
              </a:rPr>
              <a:t>不同的伦理立场</a:t>
            </a:r>
            <a:endParaRPr lang="en-US" altLang="zh-CN" b="1" dirty="0" smtClean="0">
              <a:solidFill>
                <a:schemeClr val="tx1"/>
              </a:solidFill>
            </a:endParaRPr>
          </a:p>
          <a:p>
            <a:pPr marL="0" fontAlgn="auto">
              <a:lnSpc>
                <a:spcPts val="4900"/>
              </a:lnSpc>
              <a:spcAft>
                <a:spcPts val="0"/>
              </a:spcAft>
              <a:buFont typeface="Arial" panose="020B0604020202020204" pitchFamily="34" charset="0"/>
              <a:buNone/>
              <a:defRPr/>
            </a:pPr>
            <a:r>
              <a:rPr lang="en-US" altLang="zh-CN" dirty="0" smtClean="0">
                <a:solidFill>
                  <a:schemeClr val="tx1"/>
                </a:solidFill>
              </a:rPr>
              <a:t>4.</a:t>
            </a:r>
            <a:r>
              <a:rPr lang="zh-CN" altLang="en-US" dirty="0" smtClean="0">
                <a:solidFill>
                  <a:srgbClr val="FF0000"/>
                </a:solidFill>
              </a:rPr>
              <a:t>德性论（亚里士多德的“实践智慧”，注重品行）</a:t>
            </a:r>
            <a:endParaRPr lang="en-US" altLang="zh-CN" dirty="0" smtClean="0">
              <a:solidFill>
                <a:srgbClr val="FF0000"/>
              </a:solidFill>
            </a:endParaRPr>
          </a:p>
          <a:p>
            <a:pPr marL="0" fontAlgn="auto">
              <a:lnSpc>
                <a:spcPts val="4900"/>
              </a:lnSpc>
              <a:spcAft>
                <a:spcPts val="0"/>
              </a:spcAft>
              <a:buFont typeface="Arial" panose="020B0604020202020204" pitchFamily="34" charset="0"/>
              <a:buNone/>
              <a:defRPr/>
            </a:pPr>
            <a:r>
              <a:rPr lang="zh-CN" altLang="en-US" dirty="0" smtClean="0">
                <a:solidFill>
                  <a:schemeClr val="tx1"/>
                </a:solidFill>
              </a:rPr>
              <a:t>德性论以“行为者”为中心，关注的是“我应该成为什么样的人？”德性论关心的主要是人的内心品德的养成，而不是人外在行为的规则。</a:t>
            </a:r>
            <a:endParaRPr lang="en-US" altLang="zh-CN" dirty="0" smtClean="0">
              <a:solidFill>
                <a:schemeClr val="tx1"/>
              </a:solidFill>
            </a:endParaRPr>
          </a:p>
          <a:p>
            <a:pPr marL="0" fontAlgn="auto">
              <a:lnSpc>
                <a:spcPts val="4900"/>
              </a:lnSpc>
              <a:spcAft>
                <a:spcPts val="0"/>
              </a:spcAft>
              <a:buFont typeface="Arial" panose="020B0604020202020204" pitchFamily="34" charset="0"/>
              <a:buNone/>
              <a:defRPr/>
            </a:pPr>
            <a:r>
              <a:rPr lang="zh-CN" altLang="en-US" dirty="0" smtClean="0">
                <a:solidFill>
                  <a:schemeClr val="tx1"/>
                </a:solidFill>
              </a:rPr>
              <a:t>主要代表包括古希腊时期的亚里士多德，以及当代伦理学家麦金泰尔等。</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5842" name="内容占位符 2"/>
          <p:cNvSpPr>
            <a:spLocks noGrp="1"/>
          </p:cNvSpPr>
          <p:nvPr>
            <p:ph idx="1"/>
          </p:nvPr>
        </p:nvSpPr>
        <p:spPr>
          <a:xfrm>
            <a:off x="628650" y="1412875"/>
            <a:ext cx="7886700" cy="4968875"/>
          </a:xfrm>
        </p:spPr>
        <p:txBody>
          <a:bodyPr/>
          <a:lstStyle/>
          <a:p>
            <a:r>
              <a:rPr lang="zh-CN" altLang="en-US" b="1" smtClean="0"/>
              <a:t>伦理困境与伦理选择</a:t>
            </a:r>
            <a:endParaRPr lang="en-US" altLang="zh-CN" b="1" smtClean="0"/>
          </a:p>
          <a:p>
            <a:endParaRPr lang="en-US" altLang="zh-CN" b="1" smtClean="0"/>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35845" name="图片 5" descr="timg (2).jpg"/>
          <p:cNvPicPr>
            <a:picLocks noChangeAspect="1"/>
          </p:cNvPicPr>
          <p:nvPr/>
        </p:nvPicPr>
        <p:blipFill>
          <a:blip r:embed="rId3" cstate="print"/>
          <a:srcRect/>
          <a:stretch>
            <a:fillRect/>
          </a:stretch>
        </p:blipFill>
        <p:spPr bwMode="auto">
          <a:xfrm>
            <a:off x="1547813" y="1916113"/>
            <a:ext cx="5472112" cy="4279900"/>
          </a:xfrm>
          <a:prstGeom prst="rect">
            <a:avLst/>
          </a:prstGeom>
          <a:noFill/>
          <a:ln w="9525">
            <a:noFill/>
            <a:miter lim="800000"/>
            <a:headEnd/>
            <a:tailEnd/>
          </a:ln>
        </p:spPr>
      </p:pic>
      <p:sp>
        <p:nvSpPr>
          <p:cNvPr id="35846" name="TextBox 6"/>
          <p:cNvSpPr txBox="1">
            <a:spLocks noChangeArrowheads="1"/>
          </p:cNvSpPr>
          <p:nvPr/>
        </p:nvSpPr>
        <p:spPr bwMode="auto">
          <a:xfrm>
            <a:off x="3851275" y="5876925"/>
            <a:ext cx="1800225" cy="523875"/>
          </a:xfrm>
          <a:prstGeom prst="rect">
            <a:avLst/>
          </a:prstGeom>
          <a:noFill/>
          <a:ln w="9525">
            <a:noFill/>
            <a:miter lim="800000"/>
          </a:ln>
        </p:spPr>
        <p:txBody>
          <a:bodyPr>
            <a:spAutoFit/>
          </a:bodyPr>
          <a:lstStyle/>
          <a:p>
            <a:r>
              <a:rPr lang="zh-CN" altLang="en-US" sz="2800">
                <a:ea typeface="黑体" panose="02010609060101010101" pitchFamily="2" charset="-122"/>
              </a:rPr>
              <a:t>电车悖论</a:t>
            </a:r>
            <a:endParaRPr lang="zh-CN" altLang="en-US" sz="2800">
              <a:ea typeface="黑体" panose="02010609060101010101"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p:cNvSpPr>
          <p:nvPr>
            <p:ph type="title"/>
          </p:nvPr>
        </p:nvSpPr>
        <p:spPr/>
        <p:txBody>
          <a:bodyPr/>
          <a:lstStyle/>
          <a:p>
            <a:r>
              <a:rPr lang="zh-CN" altLang="en-US" smtClean="0"/>
              <a:t>         电车悖论的分析</a:t>
            </a:r>
            <a:endParaRPr lang="zh-CN" altLang="en-US" smtClean="0"/>
          </a:p>
        </p:txBody>
      </p:sp>
      <p:sp>
        <p:nvSpPr>
          <p:cNvPr id="36866" name="内容占位符 2"/>
          <p:cNvSpPr>
            <a:spLocks noGrp="1"/>
          </p:cNvSpPr>
          <p:nvPr>
            <p:ph idx="1"/>
          </p:nvPr>
        </p:nvSpPr>
        <p:spPr>
          <a:xfrm>
            <a:off x="628650" y="1377950"/>
            <a:ext cx="7886700" cy="4673600"/>
          </a:xfrm>
        </p:spPr>
        <p:txBody>
          <a:bodyPr/>
          <a:lstStyle/>
          <a:p>
            <a:r>
              <a:rPr lang="zh-CN" altLang="en-US" smtClean="0"/>
              <a:t>功利论：救五个人比救一个人更重要；</a:t>
            </a:r>
            <a:endParaRPr lang="en-US" altLang="zh-CN" smtClean="0"/>
          </a:p>
          <a:p>
            <a:r>
              <a:rPr lang="zh-CN" altLang="en-US" smtClean="0"/>
              <a:t>义务论：五个人和一个人的生命同等重要；</a:t>
            </a:r>
            <a:endParaRPr lang="en-US" altLang="zh-CN" smtClean="0"/>
          </a:p>
          <a:p>
            <a:r>
              <a:rPr lang="zh-CN" altLang="en-US" smtClean="0"/>
              <a:t>契约论：履行约定比不履行约定更重要（事先应该对各种情况的处置有明确的规定，避免这种情况的发生。一旦发生了，要首先强调履行约定，如遵守交通规则）</a:t>
            </a:r>
            <a:endParaRPr lang="en-US" altLang="zh-CN" smtClean="0"/>
          </a:p>
          <a:p>
            <a:r>
              <a:rPr lang="zh-CN" altLang="en-US" smtClean="0"/>
              <a:t>美德论：面临以前从未遇到的新情况时，需要基于美德，对具体情况做具体分析和处理。</a:t>
            </a:r>
            <a:endParaRPr lang="en-US" altLang="zh-CN" smtClean="0"/>
          </a:p>
          <a:p>
            <a:r>
              <a:rPr lang="zh-CN" altLang="en-US" smtClean="0"/>
              <a:t>消除电车悖论的根本途径：从制度设计上避免这种事情的发生。（亚历山大大帝打开戈迪亚斯王之结）</a:t>
            </a:r>
            <a:endParaRPr lang="zh-CN" altLang="en-US"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p:cNvSpPr>
          <p:nvPr>
            <p:ph type="title"/>
          </p:nvPr>
        </p:nvSpPr>
        <p:spPr/>
        <p:txBody>
          <a:bodyPr/>
          <a:lstStyle/>
          <a:p>
            <a:r>
              <a:rPr lang="en-US" altLang="zh-CN" smtClean="0"/>
              <a:t>1.2  </a:t>
            </a:r>
            <a:r>
              <a:rPr lang="zh-CN" altLang="en-US" smtClean="0"/>
              <a:t>如何理解伦理</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fontScale="92500"/>
          </a:bodyPr>
          <a:lstStyle/>
          <a:p>
            <a:pPr fontAlgn="auto">
              <a:spcAft>
                <a:spcPts val="0"/>
              </a:spcAft>
              <a:buFont typeface="Arial" panose="020B0604020202020204" pitchFamily="34" charset="0"/>
              <a:buChar char="•"/>
              <a:defRPr/>
            </a:pPr>
            <a:r>
              <a:rPr lang="zh-CN" altLang="en-US" b="1" dirty="0" smtClean="0">
                <a:solidFill>
                  <a:schemeClr val="tx1"/>
                </a:solidFill>
              </a:rPr>
              <a:t>伦理困境与伦理选择</a:t>
            </a:r>
            <a:endParaRPr lang="en-US" altLang="zh-CN" b="1" dirty="0" smtClean="0">
              <a:solidFill>
                <a:schemeClr val="tx1"/>
              </a:solidFill>
            </a:endParaRPr>
          </a:p>
          <a:p>
            <a:pPr marL="0" fontAlgn="auto">
              <a:spcAft>
                <a:spcPts val="0"/>
              </a:spcAft>
              <a:buFont typeface="Arial" panose="020B0604020202020204" pitchFamily="34" charset="0"/>
              <a:buNone/>
              <a:defRPr/>
            </a:pPr>
            <a:r>
              <a:rPr lang="zh-CN" altLang="en-US" dirty="0" smtClean="0">
                <a:solidFill>
                  <a:schemeClr val="tx1"/>
                </a:solidFill>
              </a:rPr>
              <a:t>   通过道德慎思为自己的伦理行为划分优先顺序，审慎的思考和处理几对重要的伦理关系，更好的在工程实践中履行伦理责任。</a:t>
            </a:r>
            <a:endParaRPr lang="en-US" altLang="zh-CN" dirty="0" smtClean="0">
              <a:solidFill>
                <a:schemeClr val="tx1"/>
              </a:solidFill>
            </a:endParaRPr>
          </a:p>
          <a:p>
            <a:pPr fontAlgn="auto">
              <a:spcAft>
                <a:spcPts val="0"/>
              </a:spcAft>
              <a:buFont typeface="Arial" panose="020B0604020202020204" pitchFamily="34" charset="0"/>
              <a:buNone/>
              <a:defRPr/>
            </a:pPr>
            <a:r>
              <a:rPr lang="zh-CN" altLang="en-US" dirty="0" smtClean="0">
                <a:solidFill>
                  <a:schemeClr val="tx1"/>
                </a:solidFill>
              </a:rPr>
              <a:t>①自主与责任的关系</a:t>
            </a:r>
            <a:endParaRPr lang="en-US" altLang="zh-CN" dirty="0" smtClean="0">
              <a:solidFill>
                <a:schemeClr val="tx1"/>
              </a:solidFill>
            </a:endParaRPr>
          </a:p>
          <a:p>
            <a:pPr fontAlgn="auto">
              <a:spcAft>
                <a:spcPts val="0"/>
              </a:spcAft>
              <a:buFont typeface="Arial" panose="020B0604020202020204" pitchFamily="34" charset="0"/>
              <a:buNone/>
              <a:defRPr/>
            </a:pPr>
            <a:r>
              <a:rPr lang="zh-CN" altLang="en-US" dirty="0" smtClean="0">
                <a:solidFill>
                  <a:schemeClr val="tx1"/>
                </a:solidFill>
              </a:rPr>
              <a:t>②效率和公正的关系</a:t>
            </a:r>
            <a:endParaRPr lang="en-US" altLang="zh-CN" dirty="0" smtClean="0">
              <a:solidFill>
                <a:schemeClr val="tx1"/>
              </a:solidFill>
            </a:endParaRPr>
          </a:p>
          <a:p>
            <a:pPr fontAlgn="auto">
              <a:spcAft>
                <a:spcPts val="0"/>
              </a:spcAft>
              <a:buFont typeface="Arial" panose="020B0604020202020204" pitchFamily="34" charset="0"/>
              <a:buNone/>
              <a:defRPr/>
            </a:pPr>
            <a:r>
              <a:rPr lang="zh-CN" altLang="en-US" dirty="0" smtClean="0">
                <a:solidFill>
                  <a:schemeClr val="tx1"/>
                </a:solidFill>
              </a:rPr>
              <a:t>③个人与集体的关系</a:t>
            </a:r>
            <a:endParaRPr lang="en-US" altLang="zh-CN" dirty="0" smtClean="0">
              <a:solidFill>
                <a:schemeClr val="tx1"/>
              </a:solidFill>
            </a:endParaRPr>
          </a:p>
          <a:p>
            <a:pPr fontAlgn="auto">
              <a:spcAft>
                <a:spcPts val="0"/>
              </a:spcAft>
              <a:buFont typeface="Arial" panose="020B0604020202020204" pitchFamily="34" charset="0"/>
              <a:buNone/>
              <a:defRPr/>
            </a:pPr>
            <a:r>
              <a:rPr lang="zh-CN" altLang="en-US" dirty="0" smtClean="0">
                <a:solidFill>
                  <a:schemeClr val="tx1"/>
                </a:solidFill>
              </a:rPr>
              <a:t>④环境与社会的关系</a:t>
            </a:r>
            <a:endParaRPr lang="en-US" altLang="zh-CN" dirty="0" smtClean="0">
              <a:solidFill>
                <a:schemeClr val="tx1"/>
              </a:solidFill>
            </a:endParaRPr>
          </a:p>
          <a:p>
            <a:pPr marL="0" fontAlgn="auto">
              <a:spcAft>
                <a:spcPts val="0"/>
              </a:spcAft>
              <a:buFont typeface="Arial" panose="020B0604020202020204" pitchFamily="34" charset="0"/>
              <a:buNone/>
              <a:defRPr/>
            </a:pPr>
            <a:r>
              <a:rPr lang="zh-CN" altLang="en-US" dirty="0" smtClean="0">
                <a:solidFill>
                  <a:schemeClr val="tx1"/>
                </a:solidFill>
              </a:rPr>
              <a:t>   将工程行业的伦理规范与个人美德结合</a:t>
            </a:r>
            <a:r>
              <a:rPr lang="en-US" altLang="zh-CN" dirty="0" smtClean="0">
                <a:solidFill>
                  <a:schemeClr val="tx1"/>
                </a:solidFill>
              </a:rPr>
              <a:t>——</a:t>
            </a:r>
            <a:r>
              <a:rPr lang="zh-CN" altLang="en-US" dirty="0" smtClean="0">
                <a:solidFill>
                  <a:schemeClr val="tx1"/>
                </a:solidFill>
              </a:rPr>
              <a:t>通过自我反思而达到对伦理规范的新认识，并以现实的行动实践这种认识。</a:t>
            </a:r>
            <a:endParaRPr lang="en-US" altLang="zh-CN" dirty="0" smtClean="0">
              <a:solidFill>
                <a:schemeClr val="tx1"/>
              </a:solidFill>
            </a:endParaRPr>
          </a:p>
          <a:p>
            <a:pPr fontAlgn="auto">
              <a:spcAft>
                <a:spcPts val="0"/>
              </a:spcAft>
              <a:buFont typeface="Arial" panose="020B0604020202020204" pitchFamily="34" charset="0"/>
              <a:buChar char="•"/>
              <a:defRPr/>
            </a:pPr>
            <a:endParaRPr lang="en-US" altLang="zh-CN" b="1" dirty="0" smtClean="0">
              <a:solidFill>
                <a:schemeClr val="tx1">
                  <a:lumMod val="75000"/>
                  <a:lumOff val="25000"/>
                </a:schemeClr>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11188" y="1412875"/>
            <a:ext cx="7886700" cy="4968875"/>
          </a:xfrm>
        </p:spPr>
        <p:txBody>
          <a:bodyPr rtlCol="0">
            <a:normAutofit/>
          </a:bodyPr>
          <a:lstStyle/>
          <a:p>
            <a:pPr fontAlgn="auto">
              <a:lnSpc>
                <a:spcPts val="4200"/>
              </a:lnSpc>
              <a:spcAft>
                <a:spcPts val="0"/>
              </a:spcAft>
              <a:buFont typeface="Arial" panose="020B0604020202020204" pitchFamily="34" charset="0"/>
              <a:buNone/>
              <a:defRPr/>
            </a:pPr>
            <a:r>
              <a:rPr lang="zh-CN" altLang="en-US" sz="2800" b="1" dirty="0" smtClean="0">
                <a:solidFill>
                  <a:schemeClr val="tx1"/>
                </a:solidFill>
              </a:rPr>
              <a:t>工程实践过程面临着多重风险：</a:t>
            </a:r>
            <a:endParaRPr lang="en-US" altLang="zh-CN" sz="2800" b="1" dirty="0" smtClean="0">
              <a:solidFill>
                <a:schemeClr val="tx1"/>
              </a:solidFill>
            </a:endParaRPr>
          </a:p>
          <a:p>
            <a:pPr fontAlgn="auto">
              <a:lnSpc>
                <a:spcPts val="4200"/>
              </a:lnSpc>
              <a:spcAft>
                <a:spcPts val="0"/>
              </a:spcAft>
              <a:buFont typeface="Arial" panose="020B0604020202020204" pitchFamily="34" charset="0"/>
              <a:buNone/>
              <a:defRPr/>
            </a:pPr>
            <a:endParaRPr lang="en-US" altLang="zh-CN" sz="2800" b="1" dirty="0" smtClean="0">
              <a:solidFill>
                <a:schemeClr val="tx1"/>
              </a:solidFill>
            </a:endParaRPr>
          </a:p>
          <a:p>
            <a:pPr fontAlgn="auto">
              <a:lnSpc>
                <a:spcPts val="4200"/>
              </a:lnSpc>
              <a:spcAft>
                <a:spcPts val="0"/>
              </a:spcAft>
              <a:buFont typeface="Arial" panose="020B0604020202020204" pitchFamily="34" charset="0"/>
              <a:buNone/>
              <a:defRPr/>
            </a:pPr>
            <a:r>
              <a:rPr lang="zh-CN" altLang="en-US" sz="2800" dirty="0" smtClean="0">
                <a:solidFill>
                  <a:schemeClr val="tx1"/>
                </a:solidFill>
              </a:rPr>
              <a:t>一  多种技术集成后应用于自然界带来的环境风险；</a:t>
            </a:r>
            <a:endParaRPr lang="en-US" altLang="zh-CN" sz="2800" dirty="0" smtClean="0">
              <a:solidFill>
                <a:schemeClr val="tx1"/>
              </a:solidFill>
            </a:endParaRPr>
          </a:p>
          <a:p>
            <a:pPr fontAlgn="auto">
              <a:lnSpc>
                <a:spcPts val="4200"/>
              </a:lnSpc>
              <a:spcAft>
                <a:spcPts val="0"/>
              </a:spcAft>
              <a:buFont typeface="Arial" panose="020B0604020202020204" pitchFamily="34" charset="0"/>
              <a:buNone/>
              <a:defRPr/>
            </a:pPr>
            <a:r>
              <a:rPr lang="zh-CN" altLang="en-US" sz="2800" dirty="0" smtClean="0">
                <a:solidFill>
                  <a:schemeClr val="tx1"/>
                </a:solidFill>
              </a:rPr>
              <a:t>二  利用技术建造人工物的质量和安全风险；</a:t>
            </a:r>
            <a:endParaRPr lang="en-US" altLang="zh-CN" sz="2800" dirty="0" smtClean="0">
              <a:solidFill>
                <a:schemeClr val="tx1"/>
              </a:solidFill>
            </a:endParaRPr>
          </a:p>
          <a:p>
            <a:pPr marL="514350" indent="-514350" fontAlgn="auto">
              <a:lnSpc>
                <a:spcPts val="4200"/>
              </a:lnSpc>
              <a:spcAft>
                <a:spcPts val="0"/>
              </a:spcAft>
              <a:buFont typeface="Arial" panose="020B0604020202020204" pitchFamily="34" charset="0"/>
              <a:buAutoNum type="ea1ChsPlain" startAt="3"/>
              <a:defRPr/>
            </a:pPr>
            <a:r>
              <a:rPr lang="zh-CN" altLang="en-US" sz="2800" dirty="0" smtClean="0">
                <a:solidFill>
                  <a:schemeClr val="tx1"/>
                </a:solidFill>
              </a:rPr>
              <a:t>工程应用于社会所导致的部分群体利益冲突和     </a:t>
            </a:r>
            <a:endParaRPr lang="en-US" altLang="zh-CN" sz="2800" dirty="0" smtClean="0">
              <a:solidFill>
                <a:schemeClr val="tx1"/>
              </a:solidFill>
            </a:endParaRPr>
          </a:p>
          <a:p>
            <a:pPr marL="514350" indent="-514350" fontAlgn="auto">
              <a:lnSpc>
                <a:spcPts val="4200"/>
              </a:lnSpc>
              <a:spcAft>
                <a:spcPts val="0"/>
              </a:spcAft>
              <a:buFont typeface="Arial" panose="020B0604020202020204" pitchFamily="34" charset="0"/>
              <a:buNone/>
              <a:defRPr/>
            </a:pPr>
            <a:r>
              <a:rPr lang="en-US" altLang="zh-CN" sz="2800" dirty="0" smtClean="0">
                <a:solidFill>
                  <a:schemeClr val="tx1"/>
                </a:solidFill>
              </a:rPr>
              <a:t>     </a:t>
            </a:r>
            <a:r>
              <a:rPr lang="zh-CN" altLang="en-US" sz="2800" dirty="0" smtClean="0">
                <a:solidFill>
                  <a:schemeClr val="tx1"/>
                </a:solidFill>
              </a:rPr>
              <a:t>受损的风险。</a:t>
            </a:r>
            <a:endParaRPr lang="en-US" altLang="zh-CN" sz="2800"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412875"/>
            <a:ext cx="7886700" cy="4968875"/>
          </a:xfrm>
        </p:spPr>
        <p:txBody>
          <a:bodyPr rtlCol="0">
            <a:normAutofit/>
          </a:bodyPr>
          <a:lstStyle/>
          <a:p>
            <a:pPr fontAlgn="auto">
              <a:lnSpc>
                <a:spcPts val="4700"/>
              </a:lnSpc>
              <a:spcAft>
                <a:spcPts val="0"/>
              </a:spcAft>
              <a:buFont typeface="Arial" panose="020B0604020202020204" pitchFamily="34" charset="0"/>
              <a:buChar char="•"/>
              <a:defRPr/>
            </a:pPr>
            <a:r>
              <a:rPr lang="zh-CN" altLang="en-US" b="1" dirty="0" smtClean="0">
                <a:solidFill>
                  <a:schemeClr val="tx1"/>
                </a:solidFill>
              </a:rPr>
              <a:t>工程活动的行动者网络</a:t>
            </a:r>
            <a:endParaRPr lang="en-US" altLang="zh-CN" b="1" dirty="0" smtClean="0">
              <a:solidFill>
                <a:schemeClr val="tx1"/>
              </a:solidFill>
            </a:endParaRPr>
          </a:p>
          <a:p>
            <a:pPr marL="0" fontAlgn="auto">
              <a:lnSpc>
                <a:spcPts val="4700"/>
              </a:lnSpc>
              <a:spcAft>
                <a:spcPts val="0"/>
              </a:spcAft>
              <a:buFont typeface="Arial" panose="020B0604020202020204" pitchFamily="34" charset="0"/>
              <a:buNone/>
              <a:defRPr/>
            </a:pPr>
            <a:r>
              <a:rPr lang="zh-CN" altLang="en-US" dirty="0" smtClean="0">
                <a:solidFill>
                  <a:schemeClr val="tx1"/>
                </a:solidFill>
              </a:rPr>
              <a:t>对工程活动的行动者网络的分析可以有两个维度。</a:t>
            </a:r>
            <a:endParaRPr lang="en-US" altLang="zh-CN" dirty="0" smtClean="0">
              <a:solidFill>
                <a:schemeClr val="tx1"/>
              </a:solidFill>
            </a:endParaRPr>
          </a:p>
          <a:p>
            <a:pPr marL="0" fontAlgn="auto">
              <a:lnSpc>
                <a:spcPts val="4700"/>
              </a:lnSpc>
              <a:spcAft>
                <a:spcPts val="0"/>
              </a:spcAft>
              <a:buFont typeface="Arial" panose="020B0604020202020204" pitchFamily="34" charset="0"/>
              <a:buNone/>
              <a:defRPr/>
            </a:pPr>
            <a:r>
              <a:rPr lang="zh-CN" altLang="en-US" dirty="0" smtClean="0">
                <a:solidFill>
                  <a:schemeClr val="tx1"/>
                </a:solidFill>
              </a:rPr>
              <a:t>第一个维度是不同类型的行动者之间的交互作用，这构成我们通常所说的</a:t>
            </a:r>
            <a:r>
              <a:rPr lang="zh-CN" altLang="en-US" dirty="0" smtClean="0">
                <a:solidFill>
                  <a:srgbClr val="FF0000"/>
                </a:solidFill>
              </a:rPr>
              <a:t>工程共同体</a:t>
            </a:r>
            <a:r>
              <a:rPr lang="zh-CN" altLang="en-US" dirty="0" smtClean="0">
                <a:solidFill>
                  <a:schemeClr val="tx1">
                    <a:lumMod val="75000"/>
                    <a:lumOff val="25000"/>
                  </a:schemeClr>
                </a:solidFill>
              </a:rPr>
              <a:t>。</a:t>
            </a:r>
            <a:endParaRPr lang="en-US" altLang="zh-CN" dirty="0" smtClean="0">
              <a:solidFill>
                <a:schemeClr val="tx1">
                  <a:lumMod val="75000"/>
                  <a:lumOff val="25000"/>
                </a:schemeClr>
              </a:solidFill>
            </a:endParaRPr>
          </a:p>
          <a:p>
            <a:pPr marL="0" fontAlgn="auto">
              <a:lnSpc>
                <a:spcPts val="4700"/>
              </a:lnSpc>
              <a:spcAft>
                <a:spcPts val="0"/>
              </a:spcAft>
              <a:buFont typeface="Arial" panose="020B0604020202020204" pitchFamily="34" charset="0"/>
              <a:buNone/>
              <a:defRPr/>
            </a:pPr>
            <a:r>
              <a:rPr lang="zh-CN" altLang="en-US" dirty="0" smtClean="0">
                <a:solidFill>
                  <a:schemeClr val="tx1"/>
                </a:solidFill>
              </a:rPr>
              <a:t>第二个维度是同一类型的行动者之间的交互作用，这以</a:t>
            </a:r>
            <a:r>
              <a:rPr lang="zh-CN" altLang="en-US" dirty="0" smtClean="0">
                <a:solidFill>
                  <a:srgbClr val="FF0000"/>
                </a:solidFill>
              </a:rPr>
              <a:t>工程师共同体</a:t>
            </a:r>
            <a:r>
              <a:rPr lang="zh-CN" altLang="en-US" dirty="0" smtClean="0">
                <a:solidFill>
                  <a:schemeClr val="tx1"/>
                </a:solidFill>
              </a:rPr>
              <a:t>为典型代表</a:t>
            </a:r>
            <a:r>
              <a:rPr lang="zh-CN" altLang="en-US" dirty="0" smtClean="0">
                <a:solidFill>
                  <a:schemeClr val="tx1">
                    <a:lumMod val="75000"/>
                    <a:lumOff val="25000"/>
                  </a:schemeClr>
                </a:solidFill>
              </a:rPr>
              <a:t>。</a:t>
            </a:r>
            <a:endParaRPr lang="en-US" altLang="zh-CN" dirty="0" smtClean="0">
              <a:solidFill>
                <a:schemeClr val="tx1">
                  <a:lumMod val="75000"/>
                  <a:lumOff val="25000"/>
                </a:schemeClr>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196975"/>
            <a:ext cx="7886700" cy="4392613"/>
          </a:xfrm>
        </p:spPr>
        <p:txBody>
          <a:bodyPr rtlCol="0">
            <a:noAutofit/>
          </a:bodyPr>
          <a:lstStyle/>
          <a:p>
            <a:pPr fontAlgn="auto">
              <a:lnSpc>
                <a:spcPts val="4300"/>
              </a:lnSpc>
              <a:spcAft>
                <a:spcPts val="0"/>
              </a:spcAft>
              <a:buFont typeface="Arial" panose="020B0604020202020204" pitchFamily="34" charset="0"/>
              <a:buChar char="•"/>
              <a:defRPr/>
            </a:pPr>
            <a:r>
              <a:rPr lang="zh-CN" altLang="en-US" b="1" dirty="0" smtClean="0">
                <a:solidFill>
                  <a:schemeClr val="tx1"/>
                </a:solidFill>
              </a:rPr>
              <a:t>主要的工程伦理问题</a:t>
            </a:r>
            <a:endParaRPr lang="en-US" altLang="zh-CN" b="1" dirty="0" smtClean="0">
              <a:solidFill>
                <a:schemeClr val="tx1"/>
              </a:solidFill>
            </a:endParaRPr>
          </a:p>
          <a:p>
            <a:pPr marL="0" fontAlgn="auto">
              <a:lnSpc>
                <a:spcPts val="4300"/>
              </a:lnSpc>
              <a:spcAft>
                <a:spcPts val="0"/>
              </a:spcAft>
              <a:buFont typeface="Arial" panose="020B0604020202020204" pitchFamily="34" charset="0"/>
              <a:buNone/>
              <a:defRPr/>
            </a:pPr>
            <a:r>
              <a:rPr lang="en-US" altLang="zh-CN" b="1" dirty="0" smtClean="0">
                <a:solidFill>
                  <a:schemeClr val="tx1"/>
                </a:solidFill>
              </a:rPr>
              <a:t>1.</a:t>
            </a:r>
            <a:r>
              <a:rPr lang="zh-CN" altLang="en-US" b="1" dirty="0" smtClean="0">
                <a:solidFill>
                  <a:schemeClr val="tx1"/>
                </a:solidFill>
              </a:rPr>
              <a:t>工程的技术伦理问题</a:t>
            </a:r>
            <a:endParaRPr lang="en-US" altLang="zh-CN" b="1" dirty="0" smtClean="0">
              <a:solidFill>
                <a:schemeClr val="tx1"/>
              </a:solidFill>
            </a:endParaRPr>
          </a:p>
          <a:p>
            <a:pPr marL="0" fontAlgn="auto">
              <a:lnSpc>
                <a:spcPts val="4300"/>
              </a:lnSpc>
              <a:spcAft>
                <a:spcPts val="0"/>
              </a:spcAft>
              <a:buFont typeface="Arial" panose="020B0604020202020204" pitchFamily="34" charset="0"/>
              <a:buNone/>
              <a:defRPr/>
            </a:pPr>
            <a:r>
              <a:rPr lang="zh-CN" altLang="en-US" dirty="0" smtClean="0">
                <a:solidFill>
                  <a:schemeClr val="tx1"/>
                </a:solidFill>
              </a:rPr>
              <a:t>工程活动是一种技术活动，工程技术伦理即工程技术活动所涉及的伦理问题。</a:t>
            </a:r>
            <a:endParaRPr lang="en-US" altLang="zh-CN" dirty="0" smtClean="0">
              <a:solidFill>
                <a:schemeClr val="tx1"/>
              </a:solidFill>
            </a:endParaRPr>
          </a:p>
          <a:p>
            <a:pPr marL="0" fontAlgn="auto">
              <a:lnSpc>
                <a:spcPts val="4300"/>
              </a:lnSpc>
              <a:spcAft>
                <a:spcPts val="0"/>
              </a:spcAft>
              <a:buFont typeface="Arial" panose="020B0604020202020204" pitchFamily="34" charset="0"/>
              <a:buNone/>
              <a:defRPr/>
            </a:pPr>
            <a:r>
              <a:rPr lang="zh-CN" altLang="en-US" dirty="0" smtClean="0">
                <a:solidFill>
                  <a:schemeClr val="tx1"/>
                </a:solidFill>
              </a:rPr>
              <a:t>在工程的技术活动中必须要考虑到技术运用的主体，而人是道德主体，人有进行道德选择的自由。可见，工程技术活动牵涉到伦理问题，工程中技术的运用和发展离不开道德评判和干预，道德评价标准应该成为工程技术活动的基本标准之一。</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4000"/>
              </a:lnSpc>
              <a:spcAft>
                <a:spcPts val="0"/>
              </a:spcAft>
              <a:buFont typeface="Arial" panose="020B0604020202020204" pitchFamily="34" charset="0"/>
              <a:buChar char="•"/>
              <a:defRPr/>
            </a:pPr>
            <a:r>
              <a:rPr lang="zh-CN" altLang="en-US" b="1" dirty="0" smtClean="0">
                <a:solidFill>
                  <a:schemeClr val="tx1"/>
                </a:solidFill>
              </a:rPr>
              <a:t>主要的工程伦理问题</a:t>
            </a:r>
            <a:endParaRPr lang="en-US" altLang="zh-CN" b="1" dirty="0" smtClean="0">
              <a:solidFill>
                <a:schemeClr val="tx1"/>
              </a:solidFill>
            </a:endParaRPr>
          </a:p>
          <a:p>
            <a:pPr marL="0" fontAlgn="auto">
              <a:lnSpc>
                <a:spcPts val="4000"/>
              </a:lnSpc>
              <a:spcAft>
                <a:spcPts val="0"/>
              </a:spcAft>
              <a:buFont typeface="Arial" panose="020B0604020202020204" pitchFamily="34" charset="0"/>
              <a:buNone/>
              <a:defRPr/>
            </a:pPr>
            <a:r>
              <a:rPr lang="en-US" altLang="zh-CN" b="1" dirty="0" smtClean="0">
                <a:solidFill>
                  <a:schemeClr val="tx1"/>
                </a:solidFill>
              </a:rPr>
              <a:t>2.</a:t>
            </a:r>
            <a:r>
              <a:rPr lang="zh-CN" altLang="en-US" b="1" dirty="0" smtClean="0">
                <a:solidFill>
                  <a:schemeClr val="tx1"/>
                </a:solidFill>
              </a:rPr>
              <a:t>工程的利益伦理问题</a:t>
            </a:r>
            <a:endParaRPr lang="en-US" altLang="zh-CN" b="1" dirty="0" smtClean="0">
              <a:solidFill>
                <a:schemeClr val="tx1"/>
              </a:solidFill>
            </a:endParaRPr>
          </a:p>
          <a:p>
            <a:pPr marL="0" fontAlgn="auto">
              <a:lnSpc>
                <a:spcPts val="4000"/>
              </a:lnSpc>
              <a:spcAft>
                <a:spcPts val="0"/>
              </a:spcAft>
              <a:buFont typeface="Arial" panose="020B0604020202020204" pitchFamily="34" charset="0"/>
              <a:buNone/>
              <a:defRPr/>
            </a:pPr>
            <a:r>
              <a:rPr lang="zh-CN" altLang="en-US" dirty="0" smtClean="0">
                <a:solidFill>
                  <a:schemeClr val="tx1"/>
                </a:solidFill>
              </a:rPr>
              <a:t>工程活动中的利益关系可以从工程内部和工程外部两个方面进行分析。工程内部的利益关系主要发生在工程活动各主体之间，工程外部的利益关系主要是指工程与外部社会环境、自然环境之间的利益关系。</a:t>
            </a:r>
            <a:endParaRPr lang="en-US" altLang="zh-CN" dirty="0" smtClean="0">
              <a:solidFill>
                <a:schemeClr val="tx1"/>
              </a:solidFill>
            </a:endParaRPr>
          </a:p>
          <a:p>
            <a:pPr marL="0" fontAlgn="auto">
              <a:lnSpc>
                <a:spcPts val="4000"/>
              </a:lnSpc>
              <a:spcAft>
                <a:spcPts val="0"/>
              </a:spcAft>
              <a:buFont typeface="Arial" panose="020B0604020202020204" pitchFamily="34" charset="0"/>
              <a:buNone/>
              <a:defRPr/>
            </a:pPr>
            <a:r>
              <a:rPr lang="zh-CN" altLang="en-US" dirty="0" smtClean="0">
                <a:solidFill>
                  <a:schemeClr val="tx1"/>
                </a:solidFill>
              </a:rPr>
              <a:t>通过工程活动平衡好更方利益，在争取实现效益最大化的同时，协调好更方利益，兼顾效益与公平两个方面，就成为工程中的利益伦理问题着力解决的核心问题，同时也是衡量工程实践活动好坏的重要标准。</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412875"/>
            <a:ext cx="7886700" cy="4608513"/>
          </a:xfrm>
        </p:spPr>
        <p:txBody>
          <a:bodyPr rtlCol="0">
            <a:noAutofit/>
          </a:bodyPr>
          <a:lstStyle/>
          <a:p>
            <a:pPr fontAlgn="auto">
              <a:lnSpc>
                <a:spcPts val="4000"/>
              </a:lnSpc>
              <a:spcAft>
                <a:spcPts val="0"/>
              </a:spcAft>
              <a:buFont typeface="Arial" panose="020B0604020202020204" pitchFamily="34" charset="0"/>
              <a:buChar char="•"/>
              <a:defRPr/>
            </a:pPr>
            <a:r>
              <a:rPr lang="zh-CN" altLang="en-US" b="1" dirty="0" smtClean="0">
                <a:solidFill>
                  <a:schemeClr val="tx1"/>
                </a:solidFill>
              </a:rPr>
              <a:t>主要的工程伦理问题</a:t>
            </a:r>
            <a:endParaRPr lang="en-US" altLang="zh-CN" b="1" dirty="0" smtClean="0">
              <a:solidFill>
                <a:schemeClr val="tx1"/>
              </a:solidFill>
            </a:endParaRPr>
          </a:p>
          <a:p>
            <a:pPr marL="0" fontAlgn="auto">
              <a:lnSpc>
                <a:spcPts val="4000"/>
              </a:lnSpc>
              <a:spcAft>
                <a:spcPts val="0"/>
              </a:spcAft>
              <a:buFont typeface="Arial" panose="020B0604020202020204" pitchFamily="34" charset="0"/>
              <a:buNone/>
              <a:defRPr/>
            </a:pPr>
            <a:r>
              <a:rPr lang="en-US" altLang="zh-CN" b="1" dirty="0" smtClean="0">
                <a:solidFill>
                  <a:schemeClr val="tx1"/>
                </a:solidFill>
              </a:rPr>
              <a:t>3.</a:t>
            </a:r>
            <a:r>
              <a:rPr lang="zh-CN" altLang="en-US" b="1" dirty="0" smtClean="0">
                <a:solidFill>
                  <a:schemeClr val="tx1"/>
                </a:solidFill>
              </a:rPr>
              <a:t>工程的责任伦理问题</a:t>
            </a:r>
            <a:endParaRPr lang="en-US" altLang="zh-CN" b="1" dirty="0" smtClean="0">
              <a:solidFill>
                <a:schemeClr val="tx1"/>
              </a:solidFill>
            </a:endParaRPr>
          </a:p>
          <a:p>
            <a:pPr marL="0" fontAlgn="auto">
              <a:lnSpc>
                <a:spcPts val="4000"/>
              </a:lnSpc>
              <a:spcAft>
                <a:spcPts val="0"/>
              </a:spcAft>
              <a:buFont typeface="Arial" panose="020B0604020202020204" pitchFamily="34" charset="0"/>
              <a:buNone/>
              <a:defRPr/>
            </a:pPr>
            <a:r>
              <a:rPr lang="zh-CN" altLang="en-US" dirty="0" smtClean="0">
                <a:solidFill>
                  <a:schemeClr val="tx1"/>
                </a:solidFill>
              </a:rPr>
              <a:t>工程责任不但包括事后责任和追究性责任，还包括事前责任和决策责任。工程师是工程责任伦理的重要主体。</a:t>
            </a:r>
            <a:endParaRPr lang="en-US" altLang="zh-CN" dirty="0" smtClean="0">
              <a:solidFill>
                <a:schemeClr val="tx1"/>
              </a:solidFill>
            </a:endParaRPr>
          </a:p>
          <a:p>
            <a:pPr marL="0" fontAlgn="auto">
              <a:lnSpc>
                <a:spcPts val="4000"/>
              </a:lnSpc>
              <a:spcAft>
                <a:spcPts val="0"/>
              </a:spcAft>
              <a:buFont typeface="Arial" panose="020B0604020202020204" pitchFamily="34" charset="0"/>
              <a:buNone/>
              <a:defRPr/>
            </a:pPr>
            <a:r>
              <a:rPr lang="zh-CN" altLang="en-US" dirty="0" smtClean="0">
                <a:solidFill>
                  <a:schemeClr val="tx1"/>
                </a:solidFill>
              </a:rPr>
              <a:t>工程的责任伦理主体发生着改变，责任伦理的内容也随着时代的变迁而改变。</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aphicFrame>
        <p:nvGraphicFramePr>
          <p:cNvPr id="6" name="图示 5"/>
          <p:cNvGraphicFramePr/>
          <p:nvPr/>
        </p:nvGraphicFramePr>
        <p:xfrm>
          <a:off x="1547664" y="4221088"/>
          <a:ext cx="5760640" cy="2636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5700"/>
              </a:lnSpc>
              <a:spcAft>
                <a:spcPts val="0"/>
              </a:spcAft>
              <a:buFont typeface="Arial" panose="020B0604020202020204" pitchFamily="34" charset="0"/>
              <a:buChar char="•"/>
              <a:defRPr/>
            </a:pPr>
            <a:r>
              <a:rPr lang="zh-CN" altLang="en-US" b="1" dirty="0" smtClean="0">
                <a:solidFill>
                  <a:schemeClr val="tx1"/>
                </a:solidFill>
              </a:rPr>
              <a:t>主要的工程伦理问题</a:t>
            </a:r>
            <a:endParaRPr lang="en-US" altLang="zh-CN" b="1" dirty="0" smtClean="0">
              <a:solidFill>
                <a:schemeClr val="tx1"/>
              </a:solidFill>
            </a:endParaRPr>
          </a:p>
          <a:p>
            <a:pPr marL="0" fontAlgn="auto">
              <a:lnSpc>
                <a:spcPts val="5700"/>
              </a:lnSpc>
              <a:spcAft>
                <a:spcPts val="0"/>
              </a:spcAft>
              <a:buFont typeface="Arial" panose="020B0604020202020204" pitchFamily="34" charset="0"/>
              <a:buNone/>
              <a:defRPr/>
            </a:pPr>
            <a:r>
              <a:rPr lang="en-US" altLang="zh-CN" b="1" dirty="0" smtClean="0">
                <a:solidFill>
                  <a:schemeClr val="tx1"/>
                </a:solidFill>
              </a:rPr>
              <a:t>4.</a:t>
            </a:r>
            <a:r>
              <a:rPr lang="zh-CN" altLang="en-US" b="1" dirty="0" smtClean="0">
                <a:solidFill>
                  <a:schemeClr val="tx1"/>
                </a:solidFill>
              </a:rPr>
              <a:t>工程的环境伦理问题</a:t>
            </a:r>
            <a:endParaRPr lang="en-US" altLang="zh-CN" b="1" dirty="0" smtClean="0">
              <a:solidFill>
                <a:schemeClr val="tx1"/>
              </a:solidFill>
            </a:endParaRPr>
          </a:p>
          <a:p>
            <a:pPr marL="0" fontAlgn="auto">
              <a:lnSpc>
                <a:spcPts val="5700"/>
              </a:lnSpc>
              <a:spcAft>
                <a:spcPts val="0"/>
              </a:spcAft>
              <a:buFont typeface="Arial" panose="020B0604020202020204" pitchFamily="34" charset="0"/>
              <a:buNone/>
              <a:defRPr/>
            </a:pPr>
            <a:r>
              <a:rPr lang="zh-CN" altLang="en-US" dirty="0" smtClean="0">
                <a:solidFill>
                  <a:schemeClr val="tx1"/>
                </a:solidFill>
              </a:rPr>
              <a:t>   工程的环境伦理不仅涉及工程设计和工程建造的安全与效率等基本准则，还涉及工程原料的利用和工程从建造到使用过程中对环境的影响，即在工程实践的各个环节都要力争减少对环境的负面影响，实现工程的可持续发展。</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5700"/>
              </a:lnSpc>
              <a:spcAft>
                <a:spcPts val="0"/>
              </a:spcAft>
              <a:buFont typeface="Arial" panose="020B0604020202020204" pitchFamily="34" charset="0"/>
              <a:buChar char="•"/>
              <a:defRPr/>
            </a:pPr>
            <a:r>
              <a:rPr lang="zh-CN" altLang="en-US" b="1" dirty="0" smtClean="0">
                <a:solidFill>
                  <a:schemeClr val="tx1"/>
                </a:solidFill>
              </a:rPr>
              <a:t>工程伦理问题的特点</a:t>
            </a:r>
            <a:endParaRPr lang="en-US" altLang="zh-CN" b="1" dirty="0" smtClean="0">
              <a:solidFill>
                <a:schemeClr val="tx1"/>
              </a:solidFill>
            </a:endParaRPr>
          </a:p>
          <a:p>
            <a:pPr marL="0" fontAlgn="auto">
              <a:lnSpc>
                <a:spcPts val="5700"/>
              </a:lnSpc>
              <a:spcAft>
                <a:spcPts val="0"/>
              </a:spcAft>
              <a:buFont typeface="Arial" panose="020B0604020202020204" pitchFamily="34" charset="0"/>
              <a:buNone/>
              <a:defRPr/>
            </a:pPr>
            <a:r>
              <a:rPr lang="en-US" altLang="zh-CN" b="1" dirty="0" smtClean="0">
                <a:solidFill>
                  <a:schemeClr val="tx1"/>
                </a:solidFill>
              </a:rPr>
              <a:t>1.</a:t>
            </a:r>
            <a:r>
              <a:rPr lang="zh-CN" altLang="en-US" b="1" dirty="0" smtClean="0">
                <a:solidFill>
                  <a:srgbClr val="FF0000"/>
                </a:solidFill>
              </a:rPr>
              <a:t>历史性：与发展阶段相关</a:t>
            </a:r>
            <a:endParaRPr lang="en-US" altLang="zh-CN" dirty="0" smtClean="0">
              <a:solidFill>
                <a:srgbClr val="FF0000"/>
              </a:solidFill>
            </a:endParaRPr>
          </a:p>
          <a:p>
            <a:pPr marL="0" fontAlgn="auto">
              <a:lnSpc>
                <a:spcPts val="5700"/>
              </a:lnSpc>
              <a:spcAft>
                <a:spcPts val="0"/>
              </a:spcAft>
              <a:buFont typeface="Arial" panose="020B0604020202020204" pitchFamily="34" charset="0"/>
              <a:buNone/>
              <a:defRPr/>
            </a:pPr>
            <a:r>
              <a:rPr lang="zh-CN" altLang="en-US" dirty="0" smtClean="0">
                <a:solidFill>
                  <a:srgbClr val="FF0000"/>
                </a:solidFill>
              </a:rPr>
              <a:t>价值取向的改变</a:t>
            </a:r>
            <a:endParaRPr lang="zh-CN" altLang="en-US" dirty="0" smtClean="0">
              <a:solidFill>
                <a:srgbClr val="FF0000"/>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aphicFrame>
        <p:nvGraphicFramePr>
          <p:cNvPr id="6" name="图示 5"/>
          <p:cNvGraphicFramePr/>
          <p:nvPr/>
        </p:nvGraphicFramePr>
        <p:xfrm>
          <a:off x="1331640" y="3284984"/>
          <a:ext cx="5760640" cy="2636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5700"/>
              </a:lnSpc>
              <a:spcAft>
                <a:spcPts val="0"/>
              </a:spcAft>
              <a:buFont typeface="Arial" panose="020B0604020202020204" pitchFamily="34" charset="0"/>
              <a:buChar char="•"/>
              <a:defRPr/>
            </a:pPr>
            <a:r>
              <a:rPr lang="zh-CN" altLang="en-US" b="1" dirty="0" smtClean="0">
                <a:solidFill>
                  <a:schemeClr val="tx1"/>
                </a:solidFill>
              </a:rPr>
              <a:t>工程伦理问题的特点</a:t>
            </a:r>
            <a:endParaRPr lang="en-US" altLang="zh-CN" b="1" dirty="0" smtClean="0">
              <a:solidFill>
                <a:schemeClr val="tx1"/>
              </a:solidFill>
            </a:endParaRPr>
          </a:p>
          <a:p>
            <a:pPr marL="0" fontAlgn="auto">
              <a:lnSpc>
                <a:spcPts val="5700"/>
              </a:lnSpc>
              <a:spcAft>
                <a:spcPts val="0"/>
              </a:spcAft>
              <a:buFont typeface="Arial" panose="020B0604020202020204" pitchFamily="34" charset="0"/>
              <a:buNone/>
              <a:defRPr/>
            </a:pPr>
            <a:r>
              <a:rPr lang="en-US" altLang="zh-CN" b="1" dirty="0" smtClean="0">
                <a:solidFill>
                  <a:schemeClr val="tx1"/>
                </a:solidFill>
              </a:rPr>
              <a:t>1.</a:t>
            </a:r>
            <a:r>
              <a:rPr lang="zh-CN" altLang="en-US" b="1" dirty="0" smtClean="0">
                <a:solidFill>
                  <a:schemeClr val="tx1"/>
                </a:solidFill>
              </a:rPr>
              <a:t>历史性：与发展阶段相关</a:t>
            </a:r>
            <a:endParaRPr lang="en-US" altLang="zh-CN" dirty="0" smtClean="0">
              <a:solidFill>
                <a:schemeClr val="tx1"/>
              </a:solidFill>
            </a:endParaRPr>
          </a:p>
          <a:p>
            <a:pPr marL="0" fontAlgn="auto">
              <a:lnSpc>
                <a:spcPts val="5700"/>
              </a:lnSpc>
              <a:spcAft>
                <a:spcPts val="0"/>
              </a:spcAft>
              <a:buFont typeface="Arial" panose="020B0604020202020204" pitchFamily="34" charset="0"/>
              <a:buNone/>
              <a:defRPr/>
            </a:pPr>
            <a:r>
              <a:rPr lang="zh-CN" altLang="en-US" dirty="0" smtClean="0">
                <a:solidFill>
                  <a:schemeClr val="tx1"/>
                </a:solidFill>
              </a:rPr>
              <a:t>研究对象的改变</a:t>
            </a:r>
            <a:r>
              <a:rPr lang="en-US" altLang="zh-CN" dirty="0" smtClean="0">
                <a:solidFill>
                  <a:schemeClr val="tx1"/>
                </a:solidFill>
              </a:rPr>
              <a:t>:</a:t>
            </a:r>
            <a:endParaRPr lang="en-US" altLang="zh-CN" dirty="0" smtClean="0">
              <a:solidFill>
                <a:schemeClr val="tx1"/>
              </a:solidFill>
            </a:endParaRPr>
          </a:p>
          <a:p>
            <a:pPr marL="0" fontAlgn="auto">
              <a:lnSpc>
                <a:spcPts val="5700"/>
              </a:lnSpc>
              <a:spcAft>
                <a:spcPts val="0"/>
              </a:spcAft>
              <a:buFont typeface="Arial" panose="020B0604020202020204" pitchFamily="34" charset="0"/>
              <a:buNone/>
              <a:defRPr/>
            </a:pPr>
            <a:endParaRPr lang="en-US" altLang="zh-CN" b="1" dirty="0" smtClean="0">
              <a:solidFill>
                <a:schemeClr val="tx1"/>
              </a:solidFill>
            </a:endParaRPr>
          </a:p>
          <a:p>
            <a:pPr marL="0" fontAlgn="auto">
              <a:lnSpc>
                <a:spcPts val="5700"/>
              </a:lnSpc>
              <a:spcAft>
                <a:spcPts val="0"/>
              </a:spcAft>
              <a:buFont typeface="Arial" panose="020B0604020202020204" pitchFamily="34" charset="0"/>
              <a:buNone/>
              <a:defRPr/>
            </a:pPr>
            <a:endParaRPr lang="en-US" altLang="zh-CN" b="1" dirty="0" smtClean="0">
              <a:solidFill>
                <a:schemeClr val="tx1"/>
              </a:solidFill>
            </a:endParaRPr>
          </a:p>
          <a:p>
            <a:pPr marL="0" fontAlgn="auto">
              <a:lnSpc>
                <a:spcPts val="4300"/>
              </a:lnSpc>
              <a:spcAft>
                <a:spcPts val="0"/>
              </a:spcAft>
              <a:buFont typeface="Arial" panose="020B0604020202020204" pitchFamily="34" charset="0"/>
              <a:buNone/>
              <a:defRPr/>
            </a:pPr>
            <a:r>
              <a:rPr lang="zh-CN" altLang="en-US" dirty="0" smtClean="0">
                <a:solidFill>
                  <a:schemeClr val="tx1"/>
                </a:solidFill>
              </a:rPr>
              <a:t>关注的焦点问题从工程师面临的道德困境和职业规范转为同时关注其它工程共同体的道德选择和困境</a:t>
            </a:r>
            <a:r>
              <a:rPr lang="zh-CN" altLang="en-US" b="1" dirty="0" smtClean="0">
                <a:solidFill>
                  <a:schemeClr val="tx1"/>
                </a:solidFill>
              </a:rPr>
              <a:t>。</a:t>
            </a:r>
            <a:endParaRPr lang="en-US" altLang="zh-CN" b="1"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aphicFrame>
        <p:nvGraphicFramePr>
          <p:cNvPr id="7" name="图示 6"/>
          <p:cNvGraphicFramePr/>
          <p:nvPr/>
        </p:nvGraphicFramePr>
        <p:xfrm>
          <a:off x="1475656" y="1484784"/>
          <a:ext cx="7272808" cy="38884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4300"/>
              </a:lnSpc>
              <a:spcAft>
                <a:spcPts val="0"/>
              </a:spcAft>
              <a:buFont typeface="Arial" panose="020B0604020202020204" pitchFamily="34" charset="0"/>
              <a:buChar char="•"/>
              <a:defRPr/>
            </a:pPr>
            <a:r>
              <a:rPr lang="zh-CN" altLang="en-US" b="1" dirty="0" smtClean="0">
                <a:solidFill>
                  <a:schemeClr val="tx1"/>
                </a:solidFill>
              </a:rPr>
              <a:t>工程伦理问题的特点</a:t>
            </a:r>
            <a:endParaRPr lang="en-US" altLang="zh-CN" b="1" dirty="0" smtClean="0">
              <a:solidFill>
                <a:schemeClr val="tx1"/>
              </a:solidFill>
            </a:endParaRPr>
          </a:p>
          <a:p>
            <a:pPr marL="0" fontAlgn="auto">
              <a:lnSpc>
                <a:spcPts val="4300"/>
              </a:lnSpc>
              <a:spcAft>
                <a:spcPts val="0"/>
              </a:spcAft>
              <a:buFont typeface="Arial" panose="020B0604020202020204" pitchFamily="34" charset="0"/>
              <a:buNone/>
              <a:defRPr/>
            </a:pPr>
            <a:r>
              <a:rPr lang="en-US" altLang="zh-CN" b="1" dirty="0" smtClean="0">
                <a:solidFill>
                  <a:schemeClr val="tx1"/>
                </a:solidFill>
              </a:rPr>
              <a:t>2.</a:t>
            </a:r>
            <a:r>
              <a:rPr lang="zh-CN" altLang="en-US" b="1" dirty="0" smtClean="0">
                <a:solidFill>
                  <a:schemeClr val="tx1"/>
                </a:solidFill>
              </a:rPr>
              <a:t>社会性：多利益主体相关</a:t>
            </a:r>
            <a:endParaRPr lang="en-US" altLang="zh-CN" b="1" dirty="0" smtClean="0">
              <a:solidFill>
                <a:schemeClr val="tx1"/>
              </a:solidFill>
            </a:endParaRPr>
          </a:p>
          <a:p>
            <a:pPr marL="0" fontAlgn="auto">
              <a:lnSpc>
                <a:spcPts val="4300"/>
              </a:lnSpc>
              <a:spcAft>
                <a:spcPts val="0"/>
              </a:spcAft>
              <a:buFont typeface="Arial" panose="020B0604020202020204" pitchFamily="34" charset="0"/>
              <a:buNone/>
              <a:defRPr/>
            </a:pPr>
            <a:r>
              <a:rPr lang="zh-CN" altLang="en-US" dirty="0" smtClean="0">
                <a:solidFill>
                  <a:schemeClr val="tx1"/>
                </a:solidFill>
              </a:rPr>
              <a:t>现代工程涉及到多种利益群体：工程的参与者构成了独特了社会网络，没有直接参与的利益群体是工程的直接受益者与受损者。</a:t>
            </a:r>
            <a:endParaRPr lang="en-US" altLang="zh-CN" dirty="0" smtClean="0">
              <a:solidFill>
                <a:schemeClr val="tx1"/>
              </a:solidFill>
            </a:endParaRPr>
          </a:p>
          <a:p>
            <a:pPr marL="0" fontAlgn="auto">
              <a:lnSpc>
                <a:spcPts val="4300"/>
              </a:lnSpc>
              <a:spcAft>
                <a:spcPts val="0"/>
              </a:spcAft>
              <a:buFont typeface="Arial" panose="020B0604020202020204" pitchFamily="34" charset="0"/>
              <a:buNone/>
              <a:defRPr/>
            </a:pPr>
            <a:r>
              <a:rPr lang="zh-CN" altLang="en-US" dirty="0">
                <a:solidFill>
                  <a:schemeClr val="tx1"/>
                </a:solidFill>
              </a:rPr>
              <a:t>协调</a:t>
            </a:r>
            <a:r>
              <a:rPr lang="zh-CN" altLang="en-US" dirty="0" smtClean="0">
                <a:solidFill>
                  <a:schemeClr val="tx1"/>
                </a:solidFill>
              </a:rPr>
              <a:t>工程组成的社会网络中各群体之间的利益，实现公平与效率的统一，注重公众的健康、安全和福祉，是工程伦理着力解决的主要问题。</a:t>
            </a:r>
            <a:endParaRPr lang="en-US" altLang="zh-CN" dirty="0" smtClean="0">
              <a:solidFill>
                <a:schemeClr val="tx1"/>
              </a:solidFill>
            </a:endParaRPr>
          </a:p>
          <a:p>
            <a:pPr marL="0" fontAlgn="auto">
              <a:lnSpc>
                <a:spcPts val="5700"/>
              </a:lnSpc>
              <a:spcAft>
                <a:spcPts val="0"/>
              </a:spcAft>
              <a:buFont typeface="Arial" panose="020B0604020202020204" pitchFamily="34" charset="0"/>
              <a:buNone/>
              <a:defRPr/>
            </a:pP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p:cNvSpPr>
          <p:nvPr>
            <p:ph type="title"/>
          </p:nvPr>
        </p:nvSpPr>
        <p:spPr/>
        <p:txBody>
          <a:bodyPr/>
          <a:lstStyle/>
          <a:p>
            <a:r>
              <a:rPr lang="en-US" altLang="zh-CN" smtClean="0"/>
              <a:t>1.3  </a:t>
            </a:r>
            <a:r>
              <a:rPr lang="zh-CN" altLang="en-US" smtClean="0"/>
              <a:t>工程实践中的伦理问题</a:t>
            </a:r>
            <a:endParaRPr lang="zh-CN" altLang="en-US" smtClean="0"/>
          </a:p>
        </p:txBody>
      </p:sp>
      <p:sp>
        <p:nvSpPr>
          <p:cNvPr id="3" name="内容占位符 2"/>
          <p:cNvSpPr>
            <a:spLocks noGrp="1"/>
          </p:cNvSpPr>
          <p:nvPr>
            <p:ph idx="1"/>
          </p:nvPr>
        </p:nvSpPr>
        <p:spPr>
          <a:xfrm>
            <a:off x="628650" y="1196975"/>
            <a:ext cx="7886700" cy="4535488"/>
          </a:xfrm>
        </p:spPr>
        <p:txBody>
          <a:bodyPr rtlCol="0">
            <a:noAutofit/>
          </a:bodyPr>
          <a:lstStyle/>
          <a:p>
            <a:pPr fontAlgn="auto">
              <a:lnSpc>
                <a:spcPts val="6100"/>
              </a:lnSpc>
              <a:spcAft>
                <a:spcPts val="0"/>
              </a:spcAft>
              <a:buFont typeface="Arial" panose="020B0604020202020204" pitchFamily="34" charset="0"/>
              <a:buChar char="•"/>
              <a:defRPr/>
            </a:pPr>
            <a:r>
              <a:rPr lang="zh-CN" altLang="en-US" b="1" dirty="0" smtClean="0">
                <a:solidFill>
                  <a:schemeClr val="tx1"/>
                </a:solidFill>
              </a:rPr>
              <a:t>工程伦理问题的特点</a:t>
            </a:r>
            <a:endParaRPr lang="en-US" altLang="zh-CN" b="1" dirty="0" smtClean="0">
              <a:solidFill>
                <a:schemeClr val="tx1"/>
              </a:solidFill>
            </a:endParaRPr>
          </a:p>
          <a:p>
            <a:pPr marL="0" fontAlgn="auto">
              <a:lnSpc>
                <a:spcPts val="6100"/>
              </a:lnSpc>
              <a:spcAft>
                <a:spcPts val="0"/>
              </a:spcAft>
              <a:buFont typeface="Arial" panose="020B0604020202020204" pitchFamily="34" charset="0"/>
              <a:buNone/>
              <a:defRPr/>
            </a:pPr>
            <a:r>
              <a:rPr lang="en-US" altLang="zh-CN" b="1" dirty="0" smtClean="0">
                <a:solidFill>
                  <a:schemeClr val="tx1"/>
                </a:solidFill>
              </a:rPr>
              <a:t>3.</a:t>
            </a:r>
            <a:r>
              <a:rPr lang="zh-CN" altLang="en-US" b="1" dirty="0" smtClean="0">
                <a:solidFill>
                  <a:schemeClr val="tx1"/>
                </a:solidFill>
              </a:rPr>
              <a:t>复杂性：多影响因素交织</a:t>
            </a:r>
            <a:endParaRPr lang="en-US" altLang="zh-CN" dirty="0" smtClean="0">
              <a:solidFill>
                <a:schemeClr val="tx1"/>
              </a:solidFill>
            </a:endParaRPr>
          </a:p>
          <a:p>
            <a:pPr marL="0" fontAlgn="auto">
              <a:lnSpc>
                <a:spcPts val="6100"/>
              </a:lnSpc>
              <a:spcAft>
                <a:spcPts val="0"/>
              </a:spcAft>
              <a:buFont typeface="Arial" panose="020B0604020202020204" pitchFamily="34" charset="0"/>
              <a:buNone/>
              <a:defRPr/>
            </a:pPr>
            <a:r>
              <a:rPr lang="zh-CN" altLang="en-US" dirty="0" smtClean="0">
                <a:solidFill>
                  <a:schemeClr val="tx1"/>
                </a:solidFill>
              </a:rPr>
              <a:t>复杂性体现在</a:t>
            </a:r>
            <a:r>
              <a:rPr lang="en-US" altLang="zh-CN" dirty="0" smtClean="0">
                <a:solidFill>
                  <a:schemeClr val="tx1"/>
                </a:solidFill>
              </a:rPr>
              <a:t>:</a:t>
            </a:r>
            <a:r>
              <a:rPr lang="zh-CN" altLang="en-US" dirty="0" smtClean="0">
                <a:solidFill>
                  <a:schemeClr val="tx1"/>
                </a:solidFill>
              </a:rPr>
              <a:t>①行动者的多元化</a:t>
            </a:r>
            <a:endParaRPr lang="en-US" altLang="zh-CN" dirty="0" smtClean="0">
              <a:solidFill>
                <a:schemeClr val="tx1"/>
              </a:solidFill>
            </a:endParaRPr>
          </a:p>
          <a:p>
            <a:pPr marL="0" fontAlgn="auto">
              <a:lnSpc>
                <a:spcPts val="6100"/>
              </a:lnSpc>
              <a:spcAft>
                <a:spcPts val="0"/>
              </a:spcAft>
              <a:buFont typeface="Arial" panose="020B0604020202020204" pitchFamily="34" charset="0"/>
              <a:buNone/>
              <a:defRPr/>
            </a:pPr>
            <a:r>
              <a:rPr lang="en-US" altLang="zh-CN" dirty="0" smtClean="0">
                <a:solidFill>
                  <a:schemeClr val="tx1"/>
                </a:solidFill>
              </a:rPr>
              <a:t>                        </a:t>
            </a:r>
            <a:r>
              <a:rPr lang="zh-CN" altLang="en-US" dirty="0" smtClean="0">
                <a:solidFill>
                  <a:schemeClr val="tx1"/>
                </a:solidFill>
              </a:rPr>
              <a:t>②多因素交织</a:t>
            </a:r>
            <a:endParaRPr lang="en-US" altLang="zh-CN" dirty="0" smtClean="0">
              <a:solidFill>
                <a:schemeClr val="tx1"/>
              </a:solidFill>
            </a:endParaRPr>
          </a:p>
          <a:p>
            <a:pPr marL="0" fontAlgn="auto">
              <a:lnSpc>
                <a:spcPts val="6100"/>
              </a:lnSpc>
              <a:spcAft>
                <a:spcPts val="0"/>
              </a:spcAft>
              <a:buFont typeface="Arial" panose="020B0604020202020204" pitchFamily="34" charset="0"/>
              <a:buNone/>
              <a:defRPr/>
            </a:pPr>
            <a:r>
              <a:rPr lang="zh-CN" altLang="en-US" dirty="0" smtClean="0">
                <a:solidFill>
                  <a:schemeClr val="tx1"/>
                </a:solidFill>
              </a:rPr>
              <a:t>复杂性和不确定性导致工程结果不可控的风险。</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4300"/>
              </a:lnSpc>
              <a:spcAft>
                <a:spcPts val="0"/>
              </a:spcAft>
              <a:buFont typeface="Arial" panose="020B0604020202020204" pitchFamily="34" charset="0"/>
              <a:buChar char="•"/>
              <a:defRPr/>
            </a:pPr>
            <a:r>
              <a:rPr lang="zh-CN" altLang="en-US" b="1" dirty="0" smtClean="0">
                <a:solidFill>
                  <a:schemeClr val="tx1"/>
                </a:solidFill>
              </a:rPr>
              <a:t>工程实践中伦理问题的辨识</a:t>
            </a:r>
            <a:endParaRPr lang="en-US" altLang="zh-CN" b="1" dirty="0" smtClean="0">
              <a:solidFill>
                <a:schemeClr val="tx1"/>
              </a:solidFill>
            </a:endParaRPr>
          </a:p>
          <a:p>
            <a:pPr marL="0" fontAlgn="auto">
              <a:lnSpc>
                <a:spcPts val="4300"/>
              </a:lnSpc>
              <a:spcAft>
                <a:spcPts val="0"/>
              </a:spcAft>
              <a:buFont typeface="Arial" panose="020B0604020202020204" pitchFamily="34" charset="0"/>
              <a:buNone/>
              <a:defRPr/>
            </a:pPr>
            <a:r>
              <a:rPr lang="en-US" altLang="zh-CN" b="1" dirty="0" smtClean="0">
                <a:solidFill>
                  <a:schemeClr val="tx1"/>
                </a:solidFill>
              </a:rPr>
              <a:t>1.</a:t>
            </a:r>
            <a:r>
              <a:rPr lang="zh-CN" altLang="en-US" b="1" dirty="0" smtClean="0">
                <a:solidFill>
                  <a:schemeClr val="tx1"/>
                </a:solidFill>
              </a:rPr>
              <a:t>何者面临工程伦理问题</a:t>
            </a:r>
            <a:endParaRPr lang="en-US" altLang="zh-CN" b="1" dirty="0" smtClean="0">
              <a:solidFill>
                <a:schemeClr val="tx1"/>
              </a:solidFill>
            </a:endParaRPr>
          </a:p>
          <a:p>
            <a:pPr marL="0" fontAlgn="auto">
              <a:lnSpc>
                <a:spcPts val="5700"/>
              </a:lnSpc>
              <a:spcAft>
                <a:spcPts val="0"/>
              </a:spcAft>
              <a:buFont typeface="Arial" panose="020B0604020202020204" pitchFamily="34" charset="0"/>
              <a:buNone/>
              <a:defRPr/>
            </a:pPr>
            <a:r>
              <a:rPr lang="zh-CN" altLang="en-US" dirty="0" smtClean="0">
                <a:solidFill>
                  <a:schemeClr val="tx1"/>
                </a:solidFill>
              </a:rPr>
              <a:t>     在工程实践活动中面临伦理问题的对象非常广泛，不仅包括工程师，还包括科学家等其他设计和建造者，以及投资人、决策人、管理者甚至使用者等工程实践主体。同时，不仅是个体，工程组织的</a:t>
            </a:r>
            <a:r>
              <a:rPr lang="zh-CN" altLang="en-US" dirty="0">
                <a:solidFill>
                  <a:schemeClr val="tx1"/>
                </a:solidFill>
              </a:rPr>
              <a:t>普遍</a:t>
            </a:r>
            <a:r>
              <a:rPr lang="zh-CN" altLang="en-US" dirty="0" smtClean="0">
                <a:solidFill>
                  <a:schemeClr val="tx1"/>
                </a:solidFill>
              </a:rPr>
              <a:t>规范和</a:t>
            </a:r>
            <a:r>
              <a:rPr lang="zh-CN" altLang="en-US" dirty="0">
                <a:solidFill>
                  <a:schemeClr val="tx1"/>
                </a:solidFill>
              </a:rPr>
              <a:t>行为</a:t>
            </a:r>
            <a:r>
              <a:rPr lang="zh-CN" altLang="en-US" dirty="0" smtClean="0">
                <a:solidFill>
                  <a:schemeClr val="tx1"/>
                </a:solidFill>
              </a:rPr>
              <a:t>准则等也面临伦理问题。</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5500"/>
              </a:lnSpc>
              <a:spcAft>
                <a:spcPts val="0"/>
              </a:spcAft>
              <a:buFont typeface="Arial" panose="020B0604020202020204" pitchFamily="34" charset="0"/>
              <a:buChar char="•"/>
              <a:defRPr/>
            </a:pPr>
            <a:r>
              <a:rPr lang="zh-CN" altLang="en-US" b="1" dirty="0" smtClean="0">
                <a:solidFill>
                  <a:schemeClr val="tx1"/>
                </a:solidFill>
              </a:rPr>
              <a:t>工程实践中伦理问题的辨识</a:t>
            </a:r>
            <a:endParaRPr lang="en-US" altLang="zh-CN" b="1" dirty="0" smtClean="0">
              <a:solidFill>
                <a:schemeClr val="tx1"/>
              </a:solidFill>
            </a:endParaRPr>
          </a:p>
          <a:p>
            <a:pPr marL="0" fontAlgn="auto">
              <a:lnSpc>
                <a:spcPts val="5500"/>
              </a:lnSpc>
              <a:spcAft>
                <a:spcPts val="0"/>
              </a:spcAft>
              <a:buFont typeface="Arial" panose="020B0604020202020204" pitchFamily="34" charset="0"/>
              <a:buNone/>
              <a:defRPr/>
            </a:pPr>
            <a:r>
              <a:rPr lang="en-US" altLang="zh-CN" b="1" dirty="0" smtClean="0">
                <a:solidFill>
                  <a:schemeClr val="tx1"/>
                </a:solidFill>
              </a:rPr>
              <a:t>2.</a:t>
            </a:r>
            <a:r>
              <a:rPr lang="zh-CN" altLang="en-US" b="1" dirty="0" smtClean="0">
                <a:solidFill>
                  <a:schemeClr val="tx1"/>
                </a:solidFill>
              </a:rPr>
              <a:t>何时出现工程伦理问题</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首先，因伦理意识缺乏或对行为后果估计不足导致的问题。</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其次，因工程相关的各方利益冲突所造成的伦理困境。</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最后，工程共同体内部意见不合，或者工程共同体的伦理 准则与规范等与其它伦理原则之间不一致导致的问题。</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5500"/>
              </a:lnSpc>
              <a:spcAft>
                <a:spcPts val="0"/>
              </a:spcAft>
              <a:buFont typeface="Arial" panose="020B0604020202020204" pitchFamily="34" charset="0"/>
              <a:buChar char="•"/>
              <a:defRPr/>
            </a:pPr>
            <a:r>
              <a:rPr lang="zh-CN" altLang="en-US" b="1" dirty="0" smtClean="0">
                <a:solidFill>
                  <a:schemeClr val="tx1"/>
                </a:solidFill>
              </a:rPr>
              <a:t>处理工程伦理问题的基本原则</a:t>
            </a:r>
            <a:endParaRPr lang="en-US" altLang="zh-CN" b="1" dirty="0" smtClean="0">
              <a:solidFill>
                <a:schemeClr val="tx1"/>
              </a:solidFill>
            </a:endParaRPr>
          </a:p>
          <a:p>
            <a:pPr marL="0" fontAlgn="auto">
              <a:lnSpc>
                <a:spcPts val="5500"/>
              </a:lnSpc>
              <a:spcAft>
                <a:spcPts val="0"/>
              </a:spcAft>
              <a:buFont typeface="Arial" panose="020B0604020202020204" pitchFamily="34" charset="0"/>
              <a:buNone/>
              <a:defRPr/>
            </a:pPr>
            <a:r>
              <a:rPr lang="en-US" altLang="zh-CN" b="1" dirty="0" smtClean="0">
                <a:solidFill>
                  <a:schemeClr val="tx1"/>
                </a:solidFill>
              </a:rPr>
              <a:t>1.</a:t>
            </a:r>
            <a:r>
              <a:rPr lang="zh-CN" altLang="en-US" b="1" dirty="0" smtClean="0">
                <a:solidFill>
                  <a:schemeClr val="tx1"/>
                </a:solidFill>
              </a:rPr>
              <a:t>人道主义</a:t>
            </a:r>
            <a:r>
              <a:rPr lang="en-US" altLang="zh-CN" b="1" dirty="0" smtClean="0">
                <a:solidFill>
                  <a:schemeClr val="tx1"/>
                </a:solidFill>
              </a:rPr>
              <a:t>——</a:t>
            </a:r>
            <a:r>
              <a:rPr lang="zh-CN" altLang="en-US" b="1" dirty="0" smtClean="0">
                <a:solidFill>
                  <a:schemeClr val="tx1"/>
                </a:solidFill>
              </a:rPr>
              <a:t>处理工程与人关系的基本原则</a:t>
            </a:r>
            <a:endParaRPr lang="en-US" altLang="zh-CN" b="1"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人道主义提倡关怀和尊重，主张人格平等，以人为本。</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包括：自主原则和不伤害原则。</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自主原则：保护隐私和知情同意</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不伤害原则：人人具有生命权，应该尊重生命</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3" name="内容占位符 2"/>
          <p:cNvSpPr>
            <a:spLocks noGrp="1"/>
          </p:cNvSpPr>
          <p:nvPr>
            <p:ph idx="1"/>
          </p:nvPr>
        </p:nvSpPr>
        <p:spPr>
          <a:xfrm>
            <a:off x="628650" y="1052513"/>
            <a:ext cx="7886700" cy="4537075"/>
          </a:xfrm>
        </p:spPr>
        <p:txBody>
          <a:bodyPr rtlCol="0">
            <a:noAutofit/>
          </a:bodyPr>
          <a:lstStyle/>
          <a:p>
            <a:pPr fontAlgn="auto">
              <a:lnSpc>
                <a:spcPts val="5500"/>
              </a:lnSpc>
              <a:spcAft>
                <a:spcPts val="0"/>
              </a:spcAft>
              <a:buFont typeface="Arial" panose="020B0604020202020204" pitchFamily="34" charset="0"/>
              <a:buChar char="•"/>
              <a:defRPr/>
            </a:pPr>
            <a:r>
              <a:rPr lang="zh-CN" altLang="en-US" b="1" dirty="0" smtClean="0">
                <a:solidFill>
                  <a:schemeClr val="tx1"/>
                </a:solidFill>
              </a:rPr>
              <a:t>处理工程伦理问题的基本原则</a:t>
            </a:r>
            <a:endParaRPr lang="en-US" altLang="zh-CN" b="1" dirty="0" smtClean="0">
              <a:solidFill>
                <a:schemeClr val="tx1"/>
              </a:solidFill>
            </a:endParaRPr>
          </a:p>
          <a:p>
            <a:pPr marL="0" fontAlgn="auto">
              <a:lnSpc>
                <a:spcPts val="5500"/>
              </a:lnSpc>
              <a:spcAft>
                <a:spcPts val="0"/>
              </a:spcAft>
              <a:buFont typeface="Arial" panose="020B0604020202020204" pitchFamily="34" charset="0"/>
              <a:buNone/>
              <a:defRPr/>
            </a:pPr>
            <a:r>
              <a:rPr lang="en-US" altLang="zh-CN" b="1" dirty="0" smtClean="0">
                <a:solidFill>
                  <a:schemeClr val="tx1"/>
                </a:solidFill>
              </a:rPr>
              <a:t>2.</a:t>
            </a:r>
            <a:r>
              <a:rPr lang="zh-CN" altLang="en-US" b="1" dirty="0" smtClean="0">
                <a:solidFill>
                  <a:schemeClr val="tx1"/>
                </a:solidFill>
              </a:rPr>
              <a:t>社会公正</a:t>
            </a:r>
            <a:r>
              <a:rPr lang="en-US" altLang="zh-CN" b="1" dirty="0" smtClean="0">
                <a:solidFill>
                  <a:schemeClr val="tx1"/>
                </a:solidFill>
              </a:rPr>
              <a:t>——</a:t>
            </a:r>
            <a:r>
              <a:rPr lang="zh-CN" altLang="en-US" b="1" dirty="0" smtClean="0">
                <a:solidFill>
                  <a:schemeClr val="tx1"/>
                </a:solidFill>
              </a:rPr>
              <a:t>处理工程与社会关系的基本原则</a:t>
            </a:r>
            <a:endParaRPr lang="en-US" altLang="zh-CN" b="1"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社会公正原则要求尽可能公正与平等，尊重和保障每一个人的生存权、发展权、财产权和隐私权等。</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平等：财富的平等、权利和机会的平等。</a:t>
            </a:r>
            <a:endParaRPr lang="en-US" altLang="zh-CN" dirty="0" smtClean="0">
              <a:solidFill>
                <a:schemeClr val="tx1"/>
              </a:solidFill>
            </a:endParaRPr>
          </a:p>
          <a:p>
            <a:pPr marL="0" fontAlgn="auto">
              <a:lnSpc>
                <a:spcPts val="5500"/>
              </a:lnSpc>
              <a:spcAft>
                <a:spcPts val="0"/>
              </a:spcAft>
              <a:buFont typeface="Arial" panose="020B0604020202020204" pitchFamily="34" charset="0"/>
              <a:buNone/>
              <a:defRPr/>
            </a:pPr>
            <a:r>
              <a:rPr lang="zh-CN" altLang="en-US" dirty="0" smtClean="0">
                <a:solidFill>
                  <a:schemeClr val="tx1"/>
                </a:solidFill>
              </a:rPr>
              <a:t>社会公正：兼顾强势群体与弱势群体、主流文化与边缘文化、受益者与利益受损者等各方利益。</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3" name="内容占位符 2"/>
          <p:cNvSpPr>
            <a:spLocks noGrp="1"/>
          </p:cNvSpPr>
          <p:nvPr>
            <p:ph idx="1"/>
          </p:nvPr>
        </p:nvSpPr>
        <p:spPr>
          <a:xfrm>
            <a:off x="628650" y="1196975"/>
            <a:ext cx="7886700" cy="4392613"/>
          </a:xfrm>
        </p:spPr>
        <p:txBody>
          <a:bodyPr rtlCol="0">
            <a:noAutofit/>
          </a:bodyPr>
          <a:lstStyle/>
          <a:p>
            <a:pPr fontAlgn="auto">
              <a:lnSpc>
                <a:spcPts val="6000"/>
              </a:lnSpc>
              <a:spcAft>
                <a:spcPts val="0"/>
              </a:spcAft>
              <a:buFont typeface="Arial" panose="020B0604020202020204" pitchFamily="34" charset="0"/>
              <a:buChar char="•"/>
              <a:defRPr/>
            </a:pPr>
            <a:r>
              <a:rPr lang="zh-CN" altLang="en-US" b="1" dirty="0" smtClean="0">
                <a:solidFill>
                  <a:schemeClr val="tx1"/>
                </a:solidFill>
              </a:rPr>
              <a:t>处理工程伦理问题的基本原则</a:t>
            </a:r>
            <a:endParaRPr lang="en-US" altLang="zh-CN" b="1" dirty="0" smtClean="0">
              <a:solidFill>
                <a:schemeClr val="tx1"/>
              </a:solidFill>
            </a:endParaRPr>
          </a:p>
          <a:p>
            <a:pPr marL="0" fontAlgn="auto">
              <a:lnSpc>
                <a:spcPts val="6000"/>
              </a:lnSpc>
              <a:spcAft>
                <a:spcPts val="0"/>
              </a:spcAft>
              <a:buFont typeface="Arial" panose="020B0604020202020204" pitchFamily="34" charset="0"/>
              <a:buNone/>
              <a:defRPr/>
            </a:pPr>
            <a:r>
              <a:rPr lang="en-US" altLang="zh-CN" b="1" dirty="0" smtClean="0">
                <a:solidFill>
                  <a:schemeClr val="tx1"/>
                </a:solidFill>
              </a:rPr>
              <a:t>3.</a:t>
            </a:r>
            <a:r>
              <a:rPr lang="zh-CN" altLang="en-US" b="1" dirty="0" smtClean="0">
                <a:solidFill>
                  <a:schemeClr val="tx1"/>
                </a:solidFill>
              </a:rPr>
              <a:t>人与自然和谐发展</a:t>
            </a:r>
            <a:r>
              <a:rPr lang="en-US" altLang="zh-CN" b="1" dirty="0" smtClean="0">
                <a:solidFill>
                  <a:schemeClr val="tx1"/>
                </a:solidFill>
              </a:rPr>
              <a:t>——</a:t>
            </a:r>
            <a:r>
              <a:rPr lang="zh-CN" altLang="en-US" b="1" dirty="0" smtClean="0">
                <a:solidFill>
                  <a:schemeClr val="tx1"/>
                </a:solidFill>
              </a:rPr>
              <a:t>处理工程与自然关系的基本原则</a:t>
            </a:r>
            <a:endParaRPr lang="en-US" altLang="zh-CN" b="1" dirty="0" smtClean="0">
              <a:solidFill>
                <a:schemeClr val="tx1"/>
              </a:solidFill>
            </a:endParaRPr>
          </a:p>
          <a:p>
            <a:pPr marL="0" fontAlgn="auto">
              <a:lnSpc>
                <a:spcPts val="6000"/>
              </a:lnSpc>
              <a:spcAft>
                <a:spcPts val="0"/>
              </a:spcAft>
              <a:buFont typeface="Arial" panose="020B0604020202020204" pitchFamily="34" charset="0"/>
              <a:buNone/>
              <a:defRPr/>
            </a:pPr>
            <a:r>
              <a:rPr lang="zh-CN" altLang="en-US" dirty="0" smtClean="0">
                <a:solidFill>
                  <a:schemeClr val="tx1"/>
                </a:solidFill>
              </a:rPr>
              <a:t>人类的工程实践必须遵从规律</a:t>
            </a:r>
            <a:endParaRPr lang="en-US" altLang="zh-CN" dirty="0" smtClean="0">
              <a:solidFill>
                <a:schemeClr val="tx1"/>
              </a:solidFill>
            </a:endParaRPr>
          </a:p>
          <a:p>
            <a:pPr marL="0" fontAlgn="auto">
              <a:lnSpc>
                <a:spcPts val="6000"/>
              </a:lnSpc>
              <a:spcAft>
                <a:spcPts val="0"/>
              </a:spcAft>
              <a:buFont typeface="Arial" panose="020B0604020202020204" pitchFamily="34" charset="0"/>
              <a:buNone/>
              <a:defRPr/>
            </a:pPr>
            <a:r>
              <a:rPr lang="zh-CN" altLang="en-US" dirty="0" smtClean="0">
                <a:solidFill>
                  <a:schemeClr val="tx1"/>
                </a:solidFill>
              </a:rPr>
              <a:t>一是自然规律</a:t>
            </a:r>
            <a:endParaRPr lang="en-US" altLang="zh-CN" dirty="0" smtClean="0">
              <a:solidFill>
                <a:schemeClr val="tx1"/>
              </a:solidFill>
            </a:endParaRPr>
          </a:p>
          <a:p>
            <a:pPr marL="0" fontAlgn="auto">
              <a:lnSpc>
                <a:spcPts val="6000"/>
              </a:lnSpc>
              <a:spcAft>
                <a:spcPts val="0"/>
              </a:spcAft>
              <a:buFont typeface="Arial" panose="020B0604020202020204" pitchFamily="34" charset="0"/>
              <a:buNone/>
              <a:defRPr/>
            </a:pPr>
            <a:r>
              <a:rPr lang="zh-CN" altLang="en-US" dirty="0" smtClean="0">
                <a:solidFill>
                  <a:schemeClr val="tx1"/>
                </a:solidFill>
              </a:rPr>
              <a:t>二是生态规律</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3253" name="Picture 3" descr="C:\Program Files (x86)\Microsoft Office\MEDIA\CAGCAT10\j0300840.wmf"/>
          <p:cNvPicPr>
            <a:picLocks noChangeAspect="1" noChangeArrowheads="1"/>
          </p:cNvPicPr>
          <p:nvPr/>
        </p:nvPicPr>
        <p:blipFill>
          <a:blip r:embed="rId3" cstate="print"/>
          <a:srcRect/>
          <a:stretch>
            <a:fillRect/>
          </a:stretch>
        </p:blipFill>
        <p:spPr bwMode="auto">
          <a:xfrm>
            <a:off x="4859338" y="3644900"/>
            <a:ext cx="2881312" cy="2425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54274" name="内容占位符 2"/>
          <p:cNvSpPr>
            <a:spLocks noGrp="1"/>
          </p:cNvSpPr>
          <p:nvPr>
            <p:ph idx="1"/>
          </p:nvPr>
        </p:nvSpPr>
        <p:spPr>
          <a:xfrm>
            <a:off x="628650" y="1052513"/>
            <a:ext cx="7886700" cy="4537075"/>
          </a:xfrm>
        </p:spPr>
        <p:txBody>
          <a:bodyPr/>
          <a:lstStyle/>
          <a:p>
            <a:pPr>
              <a:lnSpc>
                <a:spcPts val="6500"/>
              </a:lnSpc>
            </a:pPr>
            <a:r>
              <a:rPr lang="zh-CN" altLang="en-US" b="1" smtClean="0">
                <a:solidFill>
                  <a:schemeClr val="tx1"/>
                </a:solidFill>
              </a:rPr>
              <a:t>应对工程伦理问题的基本思路</a:t>
            </a:r>
            <a:endParaRPr lang="en-US" altLang="zh-CN" b="1" smtClean="0">
              <a:solidFill>
                <a:schemeClr val="tx1"/>
              </a:solidFill>
            </a:endParaRPr>
          </a:p>
          <a:p>
            <a:pPr>
              <a:lnSpc>
                <a:spcPts val="6500"/>
              </a:lnSpc>
              <a:buFont typeface="Arial" panose="020B0604020202020204" pitchFamily="34" charset="0"/>
              <a:buNone/>
            </a:pPr>
            <a:r>
              <a:rPr lang="zh-CN" altLang="en-US" smtClean="0">
                <a:solidFill>
                  <a:schemeClr val="tx1"/>
                </a:solidFill>
              </a:rPr>
              <a:t>     一方面要诉诸于社会伦理和公序良俗，另一方面要将工程行业的伦理规范与个人美德结合</a:t>
            </a:r>
            <a:r>
              <a:rPr lang="en-US" altLang="zh-CN" smtClean="0">
                <a:solidFill>
                  <a:schemeClr val="tx1"/>
                </a:solidFill>
              </a:rPr>
              <a:t>——</a:t>
            </a:r>
            <a:r>
              <a:rPr lang="zh-CN" altLang="en-US" smtClean="0">
                <a:solidFill>
                  <a:schemeClr val="tx1"/>
                </a:solidFill>
              </a:rPr>
              <a:t>通过自我反思而达到对伦理规范的更新认识，并以现实的行动实践这种认识，进而真正实现工程实践“最大善”的伦理追求。</a:t>
            </a:r>
            <a:endParaRPr lang="en-US" altLang="zh-CN"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55298" name="内容占位符 2"/>
          <p:cNvSpPr>
            <a:spLocks noGrp="1"/>
          </p:cNvSpPr>
          <p:nvPr>
            <p:ph idx="1"/>
          </p:nvPr>
        </p:nvSpPr>
        <p:spPr>
          <a:xfrm>
            <a:off x="628650" y="836613"/>
            <a:ext cx="7886700" cy="4752975"/>
          </a:xfrm>
        </p:spPr>
        <p:txBody>
          <a:bodyPr/>
          <a:lstStyle/>
          <a:p>
            <a:pPr>
              <a:lnSpc>
                <a:spcPts val="6700"/>
              </a:lnSpc>
            </a:pPr>
            <a:r>
              <a:rPr lang="zh-CN" altLang="en-US" b="1" smtClean="0">
                <a:solidFill>
                  <a:schemeClr val="tx1"/>
                </a:solidFill>
              </a:rPr>
              <a:t>应对工程伦理问题的基本思路</a:t>
            </a:r>
            <a:endParaRPr lang="en-US" altLang="zh-CN" b="1"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a:xfrm>
            <a:off x="0" y="3573463"/>
            <a:ext cx="1116013" cy="57626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伦理意识</a:t>
            </a:r>
            <a:endParaRPr lang="zh-CN" altLang="en-US" dirty="0"/>
          </a:p>
        </p:txBody>
      </p:sp>
      <p:sp>
        <p:nvSpPr>
          <p:cNvPr id="15" name="矩形 14"/>
          <p:cNvSpPr/>
          <p:nvPr/>
        </p:nvSpPr>
        <p:spPr>
          <a:xfrm>
            <a:off x="1476375" y="3573463"/>
            <a:ext cx="1223963" cy="57626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伦理问题</a:t>
            </a:r>
            <a:endParaRPr lang="zh-CN" altLang="en-US" dirty="0"/>
          </a:p>
        </p:txBody>
      </p:sp>
      <p:sp>
        <p:nvSpPr>
          <p:cNvPr id="16" name="矩形 15"/>
          <p:cNvSpPr/>
          <p:nvPr/>
        </p:nvSpPr>
        <p:spPr>
          <a:xfrm>
            <a:off x="3203575" y="2781300"/>
            <a:ext cx="1152525" cy="50323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伦理原则</a:t>
            </a:r>
            <a:endParaRPr lang="zh-CN" altLang="en-US" dirty="0"/>
          </a:p>
        </p:txBody>
      </p:sp>
      <p:sp>
        <p:nvSpPr>
          <p:cNvPr id="17" name="矩形 16"/>
          <p:cNvSpPr/>
          <p:nvPr/>
        </p:nvSpPr>
        <p:spPr>
          <a:xfrm>
            <a:off x="3203575" y="3573463"/>
            <a:ext cx="1152525" cy="57626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具体情境</a:t>
            </a:r>
            <a:endParaRPr lang="zh-CN" altLang="en-US" dirty="0"/>
          </a:p>
        </p:txBody>
      </p:sp>
      <p:sp>
        <p:nvSpPr>
          <p:cNvPr id="18" name="矩形 17"/>
          <p:cNvSpPr/>
          <p:nvPr/>
        </p:nvSpPr>
        <p:spPr>
          <a:xfrm>
            <a:off x="3203575" y="4581525"/>
            <a:ext cx="1152525" cy="6477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底线原则</a:t>
            </a:r>
            <a:endParaRPr lang="zh-CN" altLang="en-US" dirty="0"/>
          </a:p>
        </p:txBody>
      </p:sp>
      <p:sp>
        <p:nvSpPr>
          <p:cNvPr id="19" name="矩形 18"/>
          <p:cNvSpPr/>
          <p:nvPr/>
        </p:nvSpPr>
        <p:spPr>
          <a:xfrm>
            <a:off x="2268538" y="1916113"/>
            <a:ext cx="1511300" cy="5048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新伦理原则</a:t>
            </a:r>
            <a:endParaRPr lang="zh-CN" altLang="en-US" dirty="0"/>
          </a:p>
        </p:txBody>
      </p:sp>
      <p:sp>
        <p:nvSpPr>
          <p:cNvPr id="20" name="矩形 19"/>
          <p:cNvSpPr/>
          <p:nvPr/>
        </p:nvSpPr>
        <p:spPr>
          <a:xfrm>
            <a:off x="4716463" y="2133600"/>
            <a:ext cx="1150937" cy="57467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个人品德</a:t>
            </a:r>
            <a:endParaRPr lang="zh-CN" altLang="en-US" dirty="0"/>
          </a:p>
        </p:txBody>
      </p:sp>
      <p:sp>
        <p:nvSpPr>
          <p:cNvPr id="21" name="矩形 20"/>
          <p:cNvSpPr/>
          <p:nvPr/>
        </p:nvSpPr>
        <p:spPr>
          <a:xfrm>
            <a:off x="4643438" y="3500438"/>
            <a:ext cx="1152525" cy="57626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社会公德</a:t>
            </a:r>
            <a:endParaRPr lang="zh-CN" altLang="en-US" dirty="0"/>
          </a:p>
        </p:txBody>
      </p:sp>
      <p:sp>
        <p:nvSpPr>
          <p:cNvPr id="22" name="矩形 21"/>
          <p:cNvSpPr/>
          <p:nvPr/>
        </p:nvSpPr>
        <p:spPr>
          <a:xfrm>
            <a:off x="6300788" y="1412875"/>
            <a:ext cx="1150937" cy="7207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基本原则</a:t>
            </a:r>
            <a:endParaRPr lang="zh-CN" altLang="en-US" dirty="0"/>
          </a:p>
        </p:txBody>
      </p:sp>
      <p:sp>
        <p:nvSpPr>
          <p:cNvPr id="23" name="矩形 22"/>
          <p:cNvSpPr/>
          <p:nvPr/>
        </p:nvSpPr>
        <p:spPr>
          <a:xfrm>
            <a:off x="6300788" y="2276475"/>
            <a:ext cx="1150937" cy="6477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个人自律</a:t>
            </a:r>
            <a:endParaRPr lang="zh-CN" altLang="en-US" dirty="0"/>
          </a:p>
        </p:txBody>
      </p:sp>
      <p:sp>
        <p:nvSpPr>
          <p:cNvPr id="24" name="矩形 23"/>
          <p:cNvSpPr/>
          <p:nvPr/>
        </p:nvSpPr>
        <p:spPr>
          <a:xfrm>
            <a:off x="6300788" y="3068638"/>
            <a:ext cx="1150937" cy="6477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伦理规范</a:t>
            </a:r>
            <a:endParaRPr lang="zh-CN" altLang="en-US" dirty="0"/>
          </a:p>
        </p:txBody>
      </p:sp>
      <p:sp>
        <p:nvSpPr>
          <p:cNvPr id="25" name="矩形 24"/>
          <p:cNvSpPr/>
          <p:nvPr/>
        </p:nvSpPr>
        <p:spPr>
          <a:xfrm>
            <a:off x="6372225" y="4005263"/>
            <a:ext cx="1152525" cy="71913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伦理准则</a:t>
            </a:r>
            <a:endParaRPr lang="zh-CN" altLang="en-US" dirty="0"/>
          </a:p>
        </p:txBody>
      </p:sp>
      <p:sp>
        <p:nvSpPr>
          <p:cNvPr id="26" name="矩形 25"/>
          <p:cNvSpPr/>
          <p:nvPr/>
        </p:nvSpPr>
        <p:spPr>
          <a:xfrm>
            <a:off x="8027988" y="3068638"/>
            <a:ext cx="1116012" cy="57626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t>最优方案</a:t>
            </a:r>
            <a:endParaRPr lang="zh-CN" altLang="en-US" dirty="0"/>
          </a:p>
        </p:txBody>
      </p:sp>
      <p:cxnSp>
        <p:nvCxnSpPr>
          <p:cNvPr id="29" name="直接箭头连接符 28"/>
          <p:cNvCxnSpPr>
            <a:stCxn id="6" idx="3"/>
            <a:endCxn id="15" idx="1"/>
          </p:cNvCxnSpPr>
          <p:nvPr/>
        </p:nvCxnSpPr>
        <p:spPr>
          <a:xfrm>
            <a:off x="1116013" y="3860800"/>
            <a:ext cx="36036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肘形连接符 30"/>
          <p:cNvCxnSpPr>
            <a:stCxn id="16" idx="1"/>
            <a:endCxn id="18" idx="1"/>
          </p:cNvCxnSpPr>
          <p:nvPr/>
        </p:nvCxnSpPr>
        <p:spPr>
          <a:xfrm rot="10800000" flipV="1">
            <a:off x="3203575" y="3033713"/>
            <a:ext cx="12700" cy="1871662"/>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15" idx="3"/>
          </p:cNvCxnSpPr>
          <p:nvPr/>
        </p:nvCxnSpPr>
        <p:spPr>
          <a:xfrm>
            <a:off x="2700338" y="3860800"/>
            <a:ext cx="2159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肘形连接符 40"/>
          <p:cNvCxnSpPr>
            <a:stCxn id="16" idx="0"/>
            <a:endCxn id="15" idx="0"/>
          </p:cNvCxnSpPr>
          <p:nvPr/>
        </p:nvCxnSpPr>
        <p:spPr>
          <a:xfrm rot="16200000" flipH="1" flipV="1">
            <a:off x="2537619" y="2331244"/>
            <a:ext cx="792163" cy="1692275"/>
          </a:xfrm>
          <a:prstGeom prst="bentConnector3">
            <a:avLst>
              <a:gd name="adj1" fmla="val -28860"/>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6" name="肘形连接符 75"/>
          <p:cNvCxnSpPr>
            <a:stCxn id="20" idx="1"/>
            <a:endCxn id="21" idx="1"/>
          </p:cNvCxnSpPr>
          <p:nvPr/>
        </p:nvCxnSpPr>
        <p:spPr>
          <a:xfrm rot="10800000" flipV="1">
            <a:off x="4643438" y="2420938"/>
            <a:ext cx="73025" cy="1368425"/>
          </a:xfrm>
          <a:prstGeom prst="bentConnector3">
            <a:avLst>
              <a:gd name="adj1" fmla="val 417465"/>
            </a:avLst>
          </a:prstGeom>
        </p:spPr>
        <p:style>
          <a:lnRef idx="1">
            <a:schemeClr val="accent1"/>
          </a:lnRef>
          <a:fillRef idx="0">
            <a:schemeClr val="accent1"/>
          </a:fillRef>
          <a:effectRef idx="0">
            <a:schemeClr val="accent1"/>
          </a:effectRef>
          <a:fontRef idx="minor">
            <a:schemeClr val="tx1"/>
          </a:fontRef>
        </p:style>
      </p:cxnSp>
      <p:cxnSp>
        <p:nvCxnSpPr>
          <p:cNvPr id="85" name="肘形连接符 84"/>
          <p:cNvCxnSpPr>
            <a:stCxn id="22" idx="1"/>
            <a:endCxn id="23" idx="1"/>
          </p:cNvCxnSpPr>
          <p:nvPr/>
        </p:nvCxnSpPr>
        <p:spPr>
          <a:xfrm rot="10800000" flipV="1">
            <a:off x="6300788" y="1773238"/>
            <a:ext cx="12700" cy="827087"/>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cxnSp>
        <p:nvCxnSpPr>
          <p:cNvPr id="87" name="肘形连接符 86"/>
          <p:cNvCxnSpPr>
            <a:stCxn id="24" idx="1"/>
            <a:endCxn id="25" idx="1"/>
          </p:cNvCxnSpPr>
          <p:nvPr/>
        </p:nvCxnSpPr>
        <p:spPr>
          <a:xfrm rot="10800000" flipH="1" flipV="1">
            <a:off x="6300788" y="3392488"/>
            <a:ext cx="71437" cy="973137"/>
          </a:xfrm>
          <a:prstGeom prst="bentConnector3">
            <a:avLst>
              <a:gd name="adj1" fmla="val -317465"/>
            </a:avLst>
          </a:prstGeom>
        </p:spPr>
        <p:style>
          <a:lnRef idx="1">
            <a:schemeClr val="accent1"/>
          </a:lnRef>
          <a:fillRef idx="0">
            <a:schemeClr val="accent1"/>
          </a:fillRef>
          <a:effectRef idx="0">
            <a:schemeClr val="accent1"/>
          </a:effectRef>
          <a:fontRef idx="minor">
            <a:schemeClr val="tx1"/>
          </a:fontRef>
        </p:style>
      </p:cxnSp>
      <p:cxnSp>
        <p:nvCxnSpPr>
          <p:cNvPr id="93" name="肘形连接符 92"/>
          <p:cNvCxnSpPr>
            <a:stCxn id="22" idx="3"/>
            <a:endCxn id="25" idx="3"/>
          </p:cNvCxnSpPr>
          <p:nvPr/>
        </p:nvCxnSpPr>
        <p:spPr>
          <a:xfrm>
            <a:off x="7451725" y="1773238"/>
            <a:ext cx="73025" cy="2592387"/>
          </a:xfrm>
          <a:prstGeom prst="bentConnector3">
            <a:avLst>
              <a:gd name="adj1" fmla="val 417465"/>
            </a:avLst>
          </a:prstGeom>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8" idx="3"/>
          </p:cNvCxnSpPr>
          <p:nvPr/>
        </p:nvCxnSpPr>
        <p:spPr>
          <a:xfrm>
            <a:off x="4356100" y="4905375"/>
            <a:ext cx="3529013" cy="365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7885113" y="3068638"/>
            <a:ext cx="0" cy="18732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7740650" y="3068638"/>
            <a:ext cx="1444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a:endCxn id="26" idx="1"/>
          </p:cNvCxnSpPr>
          <p:nvPr/>
        </p:nvCxnSpPr>
        <p:spPr>
          <a:xfrm>
            <a:off x="7885113" y="3357563"/>
            <a:ext cx="14287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a:endCxn id="19" idx="2"/>
          </p:cNvCxnSpPr>
          <p:nvPr/>
        </p:nvCxnSpPr>
        <p:spPr>
          <a:xfrm flipV="1">
            <a:off x="2987675" y="2420938"/>
            <a:ext cx="36513" cy="1444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20" idx="3"/>
          </p:cNvCxnSpPr>
          <p:nvPr/>
        </p:nvCxnSpPr>
        <p:spPr>
          <a:xfrm>
            <a:off x="5867400" y="2420938"/>
            <a:ext cx="217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21" idx="3"/>
          </p:cNvCxnSpPr>
          <p:nvPr/>
        </p:nvCxnSpPr>
        <p:spPr>
          <a:xfrm>
            <a:off x="5795963" y="3789363"/>
            <a:ext cx="215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直接连接符 143"/>
          <p:cNvCxnSpPr>
            <a:stCxn id="16" idx="3"/>
          </p:cNvCxnSpPr>
          <p:nvPr/>
        </p:nvCxnSpPr>
        <p:spPr>
          <a:xfrm>
            <a:off x="4356100" y="3033713"/>
            <a:ext cx="71438" cy="34925"/>
          </a:xfrm>
          <a:prstGeom prst="line">
            <a:avLst/>
          </a:prstGeom>
        </p:spPr>
        <p:style>
          <a:lnRef idx="1">
            <a:schemeClr val="accent1"/>
          </a:lnRef>
          <a:fillRef idx="0">
            <a:schemeClr val="accent1"/>
          </a:fillRef>
          <a:effectRef idx="0">
            <a:schemeClr val="accent1"/>
          </a:effectRef>
          <a:fontRef idx="minor">
            <a:schemeClr val="tx1"/>
          </a:fontRef>
        </p:style>
      </p:cxnSp>
      <p:sp>
        <p:nvSpPr>
          <p:cNvPr id="55330" name="TextBox 144"/>
          <p:cNvSpPr txBox="1">
            <a:spLocks noChangeArrowheads="1"/>
          </p:cNvSpPr>
          <p:nvPr/>
        </p:nvSpPr>
        <p:spPr bwMode="auto">
          <a:xfrm>
            <a:off x="1908175" y="5732463"/>
            <a:ext cx="5184775" cy="461962"/>
          </a:xfrm>
          <a:prstGeom prst="rect">
            <a:avLst/>
          </a:prstGeom>
          <a:noFill/>
          <a:ln w="9525">
            <a:noFill/>
            <a:miter lim="800000"/>
          </a:ln>
        </p:spPr>
        <p:txBody>
          <a:bodyPr>
            <a:spAutoFit/>
          </a:bodyPr>
          <a:lstStyle/>
          <a:p>
            <a:r>
              <a:rPr lang="zh-CN" altLang="en-US" sz="2400" b="1">
                <a:ea typeface="黑体" panose="02010609060101010101" pitchFamily="2" charset="-122"/>
              </a:rPr>
              <a:t>处理工程实践中伦理问题的基本思路</a:t>
            </a:r>
            <a:endParaRPr lang="zh-CN" altLang="en-US" sz="2400" b="1">
              <a:ea typeface="黑体" panose="02010609060101010101"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227763" cy="823913"/>
          </a:xfrm>
          <a:solidFill>
            <a:schemeClr val="accent1"/>
          </a:solidFill>
          <a:ln>
            <a:solidFill>
              <a:schemeClr val="accent1"/>
            </a:solidFill>
          </a:ln>
        </p:spPr>
        <p:txBody>
          <a:bodyPr rtlCol="0">
            <a:normAutofit fontScale="90000"/>
          </a:bodyPr>
          <a:lstStyle/>
          <a:p>
            <a:pPr fontAlgn="auto">
              <a:spcAft>
                <a:spcPts val="0"/>
              </a:spcAft>
              <a:defRPr/>
            </a:pPr>
            <a:r>
              <a:rPr lang="en-US" altLang="zh-CN" dirty="0" smtClean="0"/>
              <a:t>1.4 </a:t>
            </a:r>
            <a:r>
              <a:rPr lang="zh-CN" altLang="en-US" dirty="0" smtClean="0"/>
              <a:t>如何处理工程实践中的伦理问题？ </a:t>
            </a:r>
            <a:endParaRPr lang="zh-CN" altLang="en-US" dirty="0"/>
          </a:p>
        </p:txBody>
      </p:sp>
      <p:sp>
        <p:nvSpPr>
          <p:cNvPr id="3" name="内容占位符 2"/>
          <p:cNvSpPr>
            <a:spLocks noGrp="1"/>
          </p:cNvSpPr>
          <p:nvPr>
            <p:ph idx="1"/>
          </p:nvPr>
        </p:nvSpPr>
        <p:spPr>
          <a:xfrm>
            <a:off x="628650" y="1125538"/>
            <a:ext cx="7886700" cy="4464050"/>
          </a:xfrm>
        </p:spPr>
        <p:txBody>
          <a:bodyPr rtlCol="0">
            <a:noAutofit/>
          </a:bodyPr>
          <a:lstStyle/>
          <a:p>
            <a:pPr fontAlgn="auto">
              <a:lnSpc>
                <a:spcPts val="3800"/>
              </a:lnSpc>
              <a:spcAft>
                <a:spcPts val="0"/>
              </a:spcAft>
              <a:buFont typeface="Arial" panose="020B0604020202020204" pitchFamily="34" charset="0"/>
              <a:buChar char="•"/>
              <a:defRPr/>
            </a:pPr>
            <a:r>
              <a:rPr lang="zh-CN" altLang="en-US" b="1" dirty="0" smtClean="0">
                <a:solidFill>
                  <a:schemeClr val="tx1"/>
                </a:solidFill>
              </a:rPr>
              <a:t>应对工程伦理问题的基本思路</a:t>
            </a:r>
            <a:endParaRPr lang="en-US" altLang="zh-CN" b="1" dirty="0" smtClean="0">
              <a:solidFill>
                <a:schemeClr val="tx1"/>
              </a:solidFill>
            </a:endParaRPr>
          </a:p>
          <a:p>
            <a:pPr marL="0" fontAlgn="auto">
              <a:lnSpc>
                <a:spcPts val="3800"/>
              </a:lnSpc>
              <a:spcAft>
                <a:spcPts val="0"/>
              </a:spcAft>
              <a:buFont typeface="Arial" panose="020B0604020202020204" pitchFamily="34" charset="0"/>
              <a:buNone/>
              <a:defRPr/>
            </a:pPr>
            <a:r>
              <a:rPr lang="zh-CN" altLang="en-US" dirty="0" smtClean="0">
                <a:solidFill>
                  <a:schemeClr val="tx1"/>
                </a:solidFill>
              </a:rPr>
              <a:t>  面对具体工程伦理问题时，可通过以下五个程序性步骤应对和解决：</a:t>
            </a:r>
            <a:endParaRPr lang="en-US" altLang="zh-CN" dirty="0" smtClean="0">
              <a:solidFill>
                <a:schemeClr val="tx1"/>
              </a:solidFill>
            </a:endParaRPr>
          </a:p>
          <a:p>
            <a:pPr fontAlgn="auto">
              <a:lnSpc>
                <a:spcPts val="3800"/>
              </a:lnSpc>
              <a:spcAft>
                <a:spcPts val="0"/>
              </a:spcAft>
              <a:buFont typeface="Arial" panose="020B0604020202020204" pitchFamily="34" charset="0"/>
              <a:buNone/>
              <a:defRPr/>
            </a:pPr>
            <a:r>
              <a:rPr lang="zh-CN" altLang="en-US" dirty="0" smtClean="0">
                <a:solidFill>
                  <a:schemeClr val="tx1"/>
                </a:solidFill>
              </a:rPr>
              <a:t>①培养工程实践主体的伦理意识。</a:t>
            </a:r>
            <a:endParaRPr lang="en-US" altLang="zh-CN" dirty="0" smtClean="0">
              <a:solidFill>
                <a:schemeClr val="tx1"/>
              </a:solidFill>
            </a:endParaRPr>
          </a:p>
          <a:p>
            <a:pPr fontAlgn="auto">
              <a:lnSpc>
                <a:spcPts val="3800"/>
              </a:lnSpc>
              <a:spcAft>
                <a:spcPts val="0"/>
              </a:spcAft>
              <a:buFont typeface="Arial" panose="020B0604020202020204" pitchFamily="34" charset="0"/>
              <a:buNone/>
              <a:defRPr/>
            </a:pPr>
            <a:r>
              <a:rPr lang="zh-CN" altLang="en-US" dirty="0" smtClean="0">
                <a:solidFill>
                  <a:schemeClr val="tx1"/>
                </a:solidFill>
              </a:rPr>
              <a:t>②利用伦理原则、底线原则与相关具体情境相结合。</a:t>
            </a:r>
            <a:endParaRPr lang="en-US" altLang="zh-CN" dirty="0" smtClean="0">
              <a:solidFill>
                <a:schemeClr val="tx1"/>
              </a:solidFill>
            </a:endParaRPr>
          </a:p>
          <a:p>
            <a:pPr fontAlgn="auto">
              <a:lnSpc>
                <a:spcPts val="3800"/>
              </a:lnSpc>
              <a:spcAft>
                <a:spcPts val="0"/>
              </a:spcAft>
              <a:buFont typeface="Arial" panose="020B0604020202020204" pitchFamily="34" charset="0"/>
              <a:buNone/>
              <a:defRPr/>
            </a:pPr>
            <a:r>
              <a:rPr lang="zh-CN" altLang="en-US" dirty="0" smtClean="0">
                <a:solidFill>
                  <a:schemeClr val="tx1"/>
                </a:solidFill>
              </a:rPr>
              <a:t>③遇到难以抉择的伦理问题时，需多方听取意见。</a:t>
            </a:r>
            <a:endParaRPr lang="en-US" altLang="zh-CN" dirty="0" smtClean="0">
              <a:solidFill>
                <a:schemeClr val="tx1"/>
              </a:solidFill>
            </a:endParaRPr>
          </a:p>
          <a:p>
            <a:pPr fontAlgn="auto">
              <a:lnSpc>
                <a:spcPts val="3800"/>
              </a:lnSpc>
              <a:spcAft>
                <a:spcPts val="0"/>
              </a:spcAft>
              <a:buFont typeface="Arial" panose="020B0604020202020204" pitchFamily="34" charset="0"/>
              <a:buNone/>
              <a:defRPr/>
            </a:pPr>
            <a:r>
              <a:rPr lang="zh-CN" altLang="en-US" dirty="0" smtClean="0">
                <a:solidFill>
                  <a:schemeClr val="tx1"/>
                </a:solidFill>
              </a:rPr>
              <a:t>④根据工程实践中遇到的伦理问题及时修正相关伦理准则和规范。</a:t>
            </a:r>
            <a:endParaRPr lang="en-US" altLang="zh-CN" dirty="0" smtClean="0">
              <a:solidFill>
                <a:schemeClr val="tx1"/>
              </a:solidFill>
            </a:endParaRPr>
          </a:p>
          <a:p>
            <a:pPr fontAlgn="auto">
              <a:lnSpc>
                <a:spcPts val="3800"/>
              </a:lnSpc>
              <a:spcAft>
                <a:spcPts val="0"/>
              </a:spcAft>
              <a:buFont typeface="Arial" panose="020B0604020202020204" pitchFamily="34" charset="0"/>
              <a:buNone/>
              <a:defRPr/>
            </a:pPr>
            <a:r>
              <a:rPr lang="zh-CN" altLang="en-US" dirty="0" smtClean="0">
                <a:solidFill>
                  <a:schemeClr val="tx1"/>
                </a:solidFill>
              </a:rPr>
              <a:t>⑤逐步建立遵守工程伦理准则的相关保障制度。</a:t>
            </a:r>
            <a:endParaRPr lang="en-US" altLang="zh-CN" dirty="0" smtClean="0">
              <a:solidFill>
                <a:schemeClr val="tx1"/>
              </a:solidFill>
            </a:endParaRPr>
          </a:p>
        </p:txBody>
      </p:sp>
      <p:sp>
        <p:nvSpPr>
          <p:cNvPr id="4" name="L 形 3"/>
          <p:cNvSpPr/>
          <p:nvPr>
            <p:custDataLst>
              <p:tags r:id="rId1"/>
            </p:custDataLst>
          </p:nvPr>
        </p:nvSpPr>
        <p:spPr>
          <a:xfrm rot="5400000">
            <a:off x="250825" y="1052513"/>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L 形 4"/>
          <p:cNvSpPr/>
          <p:nvPr>
            <p:custDataLst>
              <p:tags r:id="rId2"/>
            </p:custDataLst>
          </p:nvPr>
        </p:nvSpPr>
        <p:spPr>
          <a:xfrm rot="16200000">
            <a:off x="8007350" y="5672138"/>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p:cNvSpPr>
          <p:nvPr>
            <p:ph type="title"/>
          </p:nvPr>
        </p:nvSpPr>
        <p:spPr/>
        <p:txBody>
          <a:bodyPr/>
          <a:lstStyle/>
          <a:p>
            <a:r>
              <a:rPr lang="en-US" altLang="zh-CN" smtClean="0"/>
              <a:t>            </a:t>
            </a:r>
            <a:r>
              <a:rPr lang="zh-CN" altLang="en-US" smtClean="0"/>
              <a:t>思 考 题</a:t>
            </a:r>
            <a:endParaRPr lang="zh-CN" altLang="en-US" smtClean="0"/>
          </a:p>
        </p:txBody>
      </p:sp>
      <p:sp>
        <p:nvSpPr>
          <p:cNvPr id="57346" name="内容占位符 2"/>
          <p:cNvSpPr>
            <a:spLocks noGrp="1"/>
          </p:cNvSpPr>
          <p:nvPr>
            <p:ph idx="1"/>
          </p:nvPr>
        </p:nvSpPr>
        <p:spPr>
          <a:xfrm>
            <a:off x="628650" y="1377950"/>
            <a:ext cx="7886700" cy="4673600"/>
          </a:xfrm>
        </p:spPr>
        <p:txBody>
          <a:bodyPr/>
          <a:lstStyle/>
          <a:p>
            <a:r>
              <a:rPr lang="en-US" altLang="zh-CN" smtClean="0"/>
              <a:t>1</a:t>
            </a:r>
            <a:r>
              <a:rPr lang="zh-CN" altLang="en-US" smtClean="0"/>
              <a:t>、为什么在工程实践中会出现伦理问题？</a:t>
            </a:r>
            <a:endParaRPr lang="en-US" altLang="zh-CN" smtClean="0"/>
          </a:p>
          <a:p>
            <a:r>
              <a:rPr lang="en-US" altLang="zh-CN" smtClean="0"/>
              <a:t>2</a:t>
            </a:r>
            <a:r>
              <a:rPr lang="zh-CN" altLang="en-US" smtClean="0"/>
              <a:t>、工程伦理与工程师伦理之间有什么联系和区别？</a:t>
            </a:r>
            <a:endParaRPr lang="en-US" altLang="zh-CN" smtClean="0"/>
          </a:p>
          <a:p>
            <a:r>
              <a:rPr lang="en-US" altLang="zh-CN" smtClean="0"/>
              <a:t>3</a:t>
            </a:r>
            <a:r>
              <a:rPr lang="zh-CN" altLang="en-US" smtClean="0"/>
              <a:t>、结合具体案例，思考工程实践中可能出现哪些伦理问题？</a:t>
            </a:r>
            <a:endParaRPr lang="en-US" altLang="zh-CN" smtClean="0"/>
          </a:p>
          <a:p>
            <a:r>
              <a:rPr lang="en-US" altLang="zh-CN" smtClean="0"/>
              <a:t>4</a:t>
            </a:r>
            <a:r>
              <a:rPr lang="zh-CN" altLang="en-US" smtClean="0"/>
              <a:t>、处理工程伦理问题需要遵循哪些基本原则？</a:t>
            </a:r>
            <a:endParaRPr lang="zh-CN" altLang="en-US"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MH" val="20151210175510"/>
  <p:tag name="MH_LIBRARY" val="GRAPHIC"/>
  <p:tag name="MH_ORDER" val="Rectangle 28"/>
</p:tagLst>
</file>

<file path=ppt/tags/tag2.xml><?xml version="1.0" encoding="utf-8"?>
<p:tagLst xmlns:p="http://schemas.openxmlformats.org/presentationml/2006/main">
  <p:tag name="MH" val="20151210175510"/>
  <p:tag name="MH_LIBRARY" val="GRAPHIC"/>
  <p:tag name="MH_ORDER" val="Rectangle 117"/>
</p:tagLst>
</file>

<file path=ppt/tags/tag3.xml><?xml version="1.0" encoding="utf-8"?>
<p:tagLst xmlns:p="http://schemas.openxmlformats.org/presentationml/2006/main">
  <p:tag name="KSO_WM_TAG_VERSION" val="1.0"/>
  <p:tag name="KSO_WM_TEMPLATE_CATEGORY" val="custom"/>
  <p:tag name="KSO_WM_TEMPLATE_INDEX" val="277"/>
</p:tagLst>
</file>

<file path=ppt/tags/tag4.xml><?xml version="1.0" encoding="utf-8"?>
<p:tagLst xmlns:p="http://schemas.openxmlformats.org/presentationml/2006/main">
  <p:tag name="KSO_WM_TAG_VERSION" val="1.0"/>
  <p:tag name="KSO_WM_TEMPLATE_CATEGORY" val="custom"/>
  <p:tag name="KSO_WM_TEMPLATE_INDEX" val="277"/>
</p:tagLst>
</file>

<file path=ppt/tags/tag5.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1*a*1"/>
  <p:tag name="KSO_WM_UNIT_CLEAR" val="1"/>
  <p:tag name="KSO_WM_UNIT_LAYERLEVEL" val="1"/>
  <p:tag name="KSO_WM_UNIT_VALUE" val="24"/>
  <p:tag name="KSO_WM_UNIT_ISCONTENTSTITLE" val="0"/>
  <p:tag name="KSO_WM_UNIT_HIGHLIGHT" val="0"/>
  <p:tag name="KSO_WM_UNIT_COMPATIBLE" val="0"/>
  <p:tag name="KSO_WM_UNIT_PRESET_TEXT_INDEX" val="3"/>
  <p:tag name="KSO_WM_UNIT_PRESET_TEXT_LEN" val="12"/>
</p:tagLst>
</file>

<file path=ppt/tags/tag6.xml><?xml version="1.0" encoding="utf-8"?>
<p:tagLst xmlns:p="http://schemas.openxmlformats.org/presentationml/2006/main">
  <p:tag name="KSO_WM_TAG_VERSION" val="1.0"/>
  <p:tag name="KSO_WM_BEAUTIFY_FLAG" val="#wm#"/>
  <p:tag name="KSO_WM_TEMPLATE_CATEGORY" val="custom"/>
  <p:tag name="KSO_WM_TEMPLATE_INDEX" val="277"/>
  <p:tag name="KSO_WM_UNIT_TYPE" val="b"/>
  <p:tag name="KSO_WM_UNIT_INDEX" val="1"/>
  <p:tag name="KSO_WM_UNIT_ID" val="custom501_1*b*1"/>
  <p:tag name="KSO_WM_UNIT_CLEAR" val="1"/>
  <p:tag name="KSO_WM_UNIT_LAYERLEVEL" val="1"/>
  <p:tag name="KSO_WM_UNIT_VALUE" val="54"/>
  <p:tag name="KSO_WM_UNIT_ISCONTENTSTITLE" val="0"/>
  <p:tag name="KSO_WM_UNIT_HIGHLIGHT" val="0"/>
  <p:tag name="KSO_WM_UNIT_COMPATIBLE" val="0"/>
  <p:tag name="KSO_WM_UNIT_PRESET_TEXT_INDEX" val="3"/>
  <p:tag name="KSO_WM_UNIT_PRESET_TEXT_LEN" val="17"/>
</p:tagLst>
</file>

<file path=ppt/tags/tag7.xml><?xml version="1.0" encoding="utf-8"?>
<p:tagLst xmlns:p="http://schemas.openxmlformats.org/presentationml/2006/main">
  <p:tag name="KSO_WM_TEMPLATE_THUMBS_INDEX" val="1、10、12、18、24、25、26、27"/>
  <p:tag name="KSO_WM_TEMPLATE_CATEGORY" val="custom"/>
  <p:tag name="KSO_WM_TEMPLATE_INDEX" val="277"/>
  <p:tag name="KSO_WM_TAG_VERSION" val="1.0"/>
  <p:tag name="KSO_WM_SLIDE_ID" val="custom277_1"/>
  <p:tag name="KSO_WM_SLIDE_INDEX" val="1"/>
  <p:tag name="KSO_WM_SLIDE_ITEM_CNT" val="2"/>
  <p:tag name="KSO_WM_SLIDE_LAYOUT" val="a_b"/>
  <p:tag name="KSO_WM_SLIDE_LAYOUT_CNT" val="1_1"/>
  <p:tag name="KSO_WM_SLIDE_TYPE" val="title"/>
  <p:tag name="KSO_WM_BEAUTIFY_FLAG" val="#wm#"/>
</p:tagLst>
</file>

<file path=ppt/tags/tag8.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9.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0.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1.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2.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3.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4.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5.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16.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17.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8.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1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2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21.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22.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23.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24.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25.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26.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27.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28.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2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31.xml><?xml version="1.0" encoding="utf-8"?>
<p:tagLst xmlns:p="http://schemas.openxmlformats.org/presentationml/2006/main">
  <p:tag name="KSO_WM_TEMPLATE_CATEGORY" val="custom"/>
  <p:tag name="KSO_WM_TEMPLATE_INDEX" val="277"/>
</p:tagLst>
</file>

<file path=ppt/tags/tag32.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33.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34.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35.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36.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3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3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39.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40.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41.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42.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43.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44.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45.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46.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4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4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49.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50.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51.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52.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53.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54.xml><?xml version="1.0" encoding="utf-8"?>
<p:tagLst xmlns:p="http://schemas.openxmlformats.org/presentationml/2006/main">
  <p:tag name="KSO_WM_TAG_VERSION" val="1.0"/>
  <p:tag name="KSO_WM_BEAUTIFY_FLAG" val="#wm#"/>
  <p:tag name="KSO_WM_TEMPLATE_CATEGORY" val="custom"/>
  <p:tag name="KSO_WM_TEMPLATE_INDEX" val="277"/>
  <p:tag name="KSO_WM_UNIT_TYPE" val="a"/>
  <p:tag name="KSO_WM_UNIT_INDEX" val="1"/>
  <p:tag name="KSO_WM_UNIT_ID" val="custom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55.xml><?xml version="1.0" encoding="utf-8"?>
<p:tagLst xmlns:p="http://schemas.openxmlformats.org/presentationml/2006/main">
  <p:tag name="KSO_WM_TAG_VERSION" val="1.0"/>
  <p:tag name="KSO_WM_BEAUTIFY_FLAG" val="#wm#"/>
  <p:tag name="KSO_WM_TEMPLATE_CATEGORY" val="custom"/>
  <p:tag name="KSO_WM_TEMPLATE_INDEX" val="277"/>
  <p:tag name="KSO_WM_UNIT_TYPE" val="f"/>
  <p:tag name="KSO_WM_UNIT_INDEX" val="1"/>
  <p:tag name="KSO_WM_UNIT_ID" val="custom501_2*f*1"/>
  <p:tag name="KSO_WM_UNIT_CLEAR" val="1"/>
  <p:tag name="KSO_WM_UNIT_LAYERLEVEL" val="1"/>
  <p:tag name="KSO_WM_UNIT_VALUE" val="250"/>
  <p:tag name="KSO_WM_UNIT_HIGHLIGHT" val="0"/>
  <p:tag name="KSO_WM_UNIT_COMPATIBLE" val="0"/>
  <p:tag name="KSO_WM_UNIT_PRESET_TEXT_INDEX" val="5"/>
  <p:tag name="KSO_WM_UNIT_PRESET_TEXT_LEN" val="232"/>
</p:tagLst>
</file>

<file path=ppt/tags/tag56.xml><?xml version="1.0" encoding="utf-8"?>
<p:tagLst xmlns:p="http://schemas.openxmlformats.org/presentationml/2006/main">
  <p:tag name="KSO_WM_TEMPLATE_CATEGORY" val="custom"/>
  <p:tag name="KSO_WM_TEMPLATE_INDEX" val="277"/>
  <p:tag name="KSO_WM_TAG_VERSION" val="1.0"/>
  <p:tag name="KSO_WM_SLIDE_ID" val="custom277_2"/>
  <p:tag name="KSO_WM_SLIDE_INDEX" val="2"/>
  <p:tag name="KSO_WM_SLIDE_ITEM_CNT" val="1"/>
  <p:tag name="KSO_WM_SLIDE_LAYOUT" val="a_f"/>
  <p:tag name="KSO_WM_SLIDE_LAYOUT_CNT" val="1_1"/>
  <p:tag name="KSO_WM_SLIDE_TYPE" val="text"/>
  <p:tag name="KSO_WM_BEAUTIFY_FLAG" val="#wm#"/>
  <p:tag name="KSO_WM_SLIDE_POSITION" val="50*108"/>
  <p:tag name="KSO_WM_SLIDE_SIZE" val="621*368"/>
</p:tagLst>
</file>

<file path=ppt/tags/tag5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5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5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6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61.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62.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63.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64.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65.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66.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6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6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6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7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71.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72.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73.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74.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75.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76.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7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7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7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8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81.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82.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83.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84.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85.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86.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8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8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8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9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91.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92.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93.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94.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95.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96.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9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9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9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0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01.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02.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03.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04.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05.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06.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07.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08.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ags/tag109.xml><?xml version="1.0" encoding="utf-8"?>
<p:tagLst xmlns:p="http://schemas.openxmlformats.org/presentationml/2006/main">
  <p:tag name="KSO_WM_TAG_VERSION" val="1.0"/>
  <p:tag name="KSO_WM_BEAUTIFY_FLAG" val="#wm#"/>
  <p:tag name="KSO_WM_UNIT_TYPE" val="i"/>
  <p:tag name="KSO_WM_UNIT_ID" val="custom277_2*i*0"/>
  <p:tag name="KSO_WM_TEMPLATE_CATEGORY" val="custom"/>
  <p:tag name="KSO_WM_TEMPLATE_INDEX" val="277"/>
  <p:tag name="KSO_WM_UNIT_INDEX" val="0"/>
</p:tagLst>
</file>

<file path=ppt/tags/tag110.xml><?xml version="1.0" encoding="utf-8"?>
<p:tagLst xmlns:p="http://schemas.openxmlformats.org/presentationml/2006/main">
  <p:tag name="KSO_WM_TAG_VERSION" val="1.0"/>
  <p:tag name="KSO_WM_BEAUTIFY_FLAG" val="#wm#"/>
  <p:tag name="KSO_WM_UNIT_TYPE" val="i"/>
  <p:tag name="KSO_WM_UNIT_ID" val="custom277_2*i*1"/>
  <p:tag name="KSO_WM_TEMPLATE_CATEGORY" val="custom"/>
  <p:tag name="KSO_WM_TEMPLATE_INDEX" val="277"/>
  <p:tag name="KSO_WM_UNIT_INDEX" val="1"/>
</p:tagLst>
</file>

<file path=ppt/theme/theme1.xml><?xml version="1.0" encoding="utf-8"?>
<a:theme xmlns:a="http://schemas.openxmlformats.org/drawingml/2006/main" name="2_Office 主题">
  <a:themeElements>
    <a:clrScheme name="自定义 225">
      <a:dk1>
        <a:sysClr val="windowText" lastClr="000000"/>
      </a:dk1>
      <a:lt1>
        <a:sysClr val="window" lastClr="FFFFFF"/>
      </a:lt1>
      <a:dk2>
        <a:srgbClr val="44546A"/>
      </a:dk2>
      <a:lt2>
        <a:srgbClr val="E7E6E6"/>
      </a:lt2>
      <a:accent1>
        <a:srgbClr val="FCAC1F"/>
      </a:accent1>
      <a:accent2>
        <a:srgbClr val="2C91CE"/>
      </a:accent2>
      <a:accent3>
        <a:srgbClr val="A5A5A5"/>
      </a:accent3>
      <a:accent4>
        <a:srgbClr val="FFC000"/>
      </a:accent4>
      <a:accent5>
        <a:srgbClr val="4472C4"/>
      </a:accent5>
      <a:accent6>
        <a:srgbClr val="70AD47"/>
      </a:accent6>
      <a:hlink>
        <a:srgbClr val="0563C1"/>
      </a:hlink>
      <a:folHlink>
        <a:srgbClr val="954F72"/>
      </a:folHlink>
    </a:clrScheme>
    <a:fontScheme name="自定义 7">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5958</Words>
  <Application>WPS 演示</Application>
  <PresentationFormat>全屏显示(4:3)</PresentationFormat>
  <Paragraphs>338</Paragraphs>
  <Slides>45</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45</vt:i4>
      </vt:variant>
    </vt:vector>
  </HeadingPairs>
  <TitlesOfParts>
    <vt:vector size="53" baseType="lpstr">
      <vt:lpstr>Arial</vt:lpstr>
      <vt:lpstr>宋体</vt:lpstr>
      <vt:lpstr>Wingdings</vt:lpstr>
      <vt:lpstr>黑体</vt:lpstr>
      <vt:lpstr>微软雅黑</vt:lpstr>
      <vt:lpstr>Arial Unicode MS</vt:lpstr>
      <vt:lpstr>Calibri</vt:lpstr>
      <vt:lpstr>2_Office 主题</vt:lpstr>
      <vt:lpstr>工程伦理</vt:lpstr>
      <vt:lpstr>教学安排</vt:lpstr>
      <vt:lpstr>PowerPoint 演示文稿</vt:lpstr>
      <vt:lpstr>导    论</vt:lpstr>
      <vt:lpstr>导    论</vt:lpstr>
      <vt:lpstr>第一章  工程与伦理</vt:lpstr>
      <vt:lpstr>第一章  工程与伦理</vt:lpstr>
      <vt:lpstr>第一章  工程与伦理</vt:lpstr>
      <vt:lpstr>1.1  如何理解工程</vt:lpstr>
      <vt:lpstr>1.1  如何理解工程</vt:lpstr>
      <vt:lpstr>1.1  如何理解工程</vt:lpstr>
      <vt:lpstr>1.1  如何理解工程</vt:lpstr>
      <vt:lpstr>1.1  如何理解工程</vt:lpstr>
      <vt:lpstr>1.1  如何理解工程</vt:lpstr>
      <vt:lpstr>1.1  如何理解工程</vt:lpstr>
      <vt:lpstr>1.1  如何理解工程</vt:lpstr>
      <vt:lpstr>1.2  如何理解伦理</vt:lpstr>
      <vt:lpstr>1.2  如何理解伦理</vt:lpstr>
      <vt:lpstr>1.2  如何理解伦理</vt:lpstr>
      <vt:lpstr>1.2  如何理解伦理</vt:lpstr>
      <vt:lpstr>1.2  如何理解伦理</vt:lpstr>
      <vt:lpstr>1.2  如何理解伦理</vt:lpstr>
      <vt:lpstr>1.2  如何理解伦理</vt:lpstr>
      <vt:lpstr>1.2  如何理解伦理</vt:lpstr>
      <vt:lpstr>         电车悖论的分析</vt:lpstr>
      <vt:lpstr>1.2  如何理解伦理</vt:lpstr>
      <vt:lpstr>1.3  工程实践中的伦理问题</vt:lpstr>
      <vt:lpstr>1.3  工程实践中的伦理问题</vt:lpstr>
      <vt:lpstr>1.3  工程实践中的伦理问题</vt:lpstr>
      <vt:lpstr>1.3  工程实践中的伦理问题</vt:lpstr>
      <vt:lpstr>1.3  工程实践中的伦理问题</vt:lpstr>
      <vt:lpstr>1.3  工程实践中的伦理问题</vt:lpstr>
      <vt:lpstr>1.3  工程实践中的伦理问题</vt:lpstr>
      <vt:lpstr>1.3  工程实践中的伦理问题</vt:lpstr>
      <vt:lpstr>1.3  工程实践中的伦理问题</vt:lpstr>
      <vt:lpstr>1.3  工程实践中的伦理问题</vt:lpstr>
      <vt:lpstr>1.4 如何处理工程实践中的伦理问题？ </vt:lpstr>
      <vt:lpstr>1.4 如何处理工程实践中的伦理问题？ </vt:lpstr>
      <vt:lpstr>1.4 如何处理工程实践中的伦理问题？ </vt:lpstr>
      <vt:lpstr>1.4 如何处理工程实践中的伦理问题？ </vt:lpstr>
      <vt:lpstr>1.4 如何处理工程实践中的伦理问题？ </vt:lpstr>
      <vt:lpstr>1.4 如何处理工程实践中的伦理问题？ </vt:lpstr>
      <vt:lpstr>1.4 如何处理工程实践中的伦理问题？ </vt:lpstr>
      <vt:lpstr>1.4 如何处理工程实践中的伦理问题？ </vt:lpstr>
      <vt:lpstr>            思 考 题</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哲学思考的乐趣</dc:title>
  <dc:creator/>
  <cp:lastModifiedBy>Ywf</cp:lastModifiedBy>
  <cp:revision>141</cp:revision>
  <dcterms:created xsi:type="dcterms:W3CDTF">2017-03-25T12:53:00Z</dcterms:created>
  <dcterms:modified xsi:type="dcterms:W3CDTF">2020-11-16T03:11:44Z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